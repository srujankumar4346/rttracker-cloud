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779" r:id="rId2"/>
    <p:sldId id="789" r:id="rId3"/>
    <p:sldId id="780" r:id="rId4"/>
    <p:sldId id="783" r:id="rId5"/>
    <p:sldId id="798" r:id="rId6"/>
    <p:sldId id="816" r:id="rId7"/>
    <p:sldId id="817" r:id="rId8"/>
    <p:sldId id="797" r:id="rId9"/>
    <p:sldId id="802" r:id="rId10"/>
    <p:sldId id="803" r:id="rId11"/>
    <p:sldId id="804" r:id="rId12"/>
    <p:sldId id="805" r:id="rId13"/>
    <p:sldId id="806" r:id="rId14"/>
    <p:sldId id="807" r:id="rId15"/>
    <p:sldId id="808" r:id="rId16"/>
    <p:sldId id="809" r:id="rId17"/>
    <p:sldId id="810" r:id="rId18"/>
    <p:sldId id="811" r:id="rId19"/>
    <p:sldId id="812" r:id="rId20"/>
    <p:sldId id="813" r:id="rId21"/>
    <p:sldId id="814" r:id="rId22"/>
    <p:sldId id="785" r:id="rId23"/>
    <p:sldId id="791" r:id="rId24"/>
    <p:sldId id="795" r:id="rId25"/>
    <p:sldId id="793" r:id="rId26"/>
    <p:sldId id="78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4F1D50-B6A2-4019-9617-B0BA6E91FF9B}" type="datetimeFigureOut">
              <a:rPr lang="en-IN" smtClean="0"/>
              <a:pPr/>
              <a:t>20-02-2026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760D06-E71C-4CF6-B4AC-B8B6AF0BE466}" type="slidenum">
              <a:rPr lang="en-IN" smtClean="0"/>
              <a:pPr/>
              <a:t>‹#›</a:t>
            </a:fld>
            <a:endParaRPr lang="en-IN"/>
          </a:p>
        </p:txBody>
      </p:sp>
    </p:spTree>
    <p:extLst>
      <p:ext uri="{BB962C8B-B14F-4D97-AF65-F5344CB8AC3E}">
        <p14:creationId xmlns:p14="http://schemas.microsoft.com/office/powerpoint/2010/main" val="1719849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32439-1400-4871-A1E8-C7474D4478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93264D-B01A-4290-A82E-7727F4A131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8C1F4C-564C-456D-BF72-8037A3716569}"/>
              </a:ext>
            </a:extLst>
          </p:cNvPr>
          <p:cNvSpPr>
            <a:spLocks noGrp="1"/>
          </p:cNvSpPr>
          <p:nvPr>
            <p:ph type="dt" sz="half" idx="10"/>
          </p:nvPr>
        </p:nvSpPr>
        <p:spPr/>
        <p:txBody>
          <a:bodyPr/>
          <a:lstStyle/>
          <a:p>
            <a:fld id="{37BC200F-3AD5-488B-A90C-E22EC162B81D}" type="datetime1">
              <a:rPr lang="en-IN" smtClean="0"/>
              <a:pPr/>
              <a:t>20-02-2026</a:t>
            </a:fld>
            <a:endParaRPr lang="en-IN"/>
          </a:p>
        </p:txBody>
      </p:sp>
      <p:sp>
        <p:nvSpPr>
          <p:cNvPr id="5" name="Footer Placeholder 4">
            <a:extLst>
              <a:ext uri="{FF2B5EF4-FFF2-40B4-BE49-F238E27FC236}">
                <a16:creationId xmlns:a16="http://schemas.microsoft.com/office/drawing/2014/main" id="{709C422B-5E07-4115-9932-3FA2E7B081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20577A-0E47-4E38-A660-FC0D76D7267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00117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FC8F7-1408-4E03-9E4D-89F36571F3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ECEAC2-EDD9-4A1B-8E30-3AB3CE54F2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F494BC-2B5F-4933-96F3-C02C7484979E}"/>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Footer Placeholder 4">
            <a:extLst>
              <a:ext uri="{FF2B5EF4-FFF2-40B4-BE49-F238E27FC236}">
                <a16:creationId xmlns:a16="http://schemas.microsoft.com/office/drawing/2014/main" id="{F6E7B0BB-7BCF-4959-B22F-283F7527CC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57FB52-389D-429A-827B-5EA4CA2499C7}"/>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789497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59E0A-F353-45A7-9D3D-4197FDEB58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58B4B3-9A58-47AF-892D-7B145EFA2C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ACD6A9-D5B1-4AEF-BE15-B459414C082E}"/>
              </a:ext>
            </a:extLst>
          </p:cNvPr>
          <p:cNvSpPr>
            <a:spLocks noGrp="1"/>
          </p:cNvSpPr>
          <p:nvPr>
            <p:ph type="dt" sz="half" idx="10"/>
          </p:nvPr>
        </p:nvSpPr>
        <p:spPr/>
        <p:txBody>
          <a:bodyPr/>
          <a:lstStyle/>
          <a:p>
            <a:fld id="{A342B590-2B55-4604-B193-5B6D0EBB3818}" type="datetime1">
              <a:rPr lang="en-IN" smtClean="0"/>
              <a:pPr/>
              <a:t>20-02-2026</a:t>
            </a:fld>
            <a:endParaRPr lang="en-IN"/>
          </a:p>
        </p:txBody>
      </p:sp>
      <p:sp>
        <p:nvSpPr>
          <p:cNvPr id="5" name="Footer Placeholder 4">
            <a:extLst>
              <a:ext uri="{FF2B5EF4-FFF2-40B4-BE49-F238E27FC236}">
                <a16:creationId xmlns:a16="http://schemas.microsoft.com/office/drawing/2014/main" id="{2B94FE73-2575-46E0-9292-2323027342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9F333C-0E24-431D-8BEA-6EC3E032DC2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4105025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0DEF8-2B7E-4274-9CCB-70BD370F6D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9C7C84-E9A9-4607-92DC-EFE2B8EB71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91AD39-BC46-468D-AD9D-6C9C7A244F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6748D0-6615-4EB1-8559-162BC9E6834F}"/>
              </a:ext>
            </a:extLst>
          </p:cNvPr>
          <p:cNvSpPr>
            <a:spLocks noGrp="1"/>
          </p:cNvSpPr>
          <p:nvPr>
            <p:ph type="dt" sz="half" idx="10"/>
          </p:nvPr>
        </p:nvSpPr>
        <p:spPr/>
        <p:txBody>
          <a:bodyPr/>
          <a:lstStyle/>
          <a:p>
            <a:fld id="{E455046D-FD36-421D-B0B6-CF2E6F2F7E01}" type="datetime1">
              <a:rPr lang="en-IN" smtClean="0"/>
              <a:pPr/>
              <a:t>20-02-2026</a:t>
            </a:fld>
            <a:endParaRPr lang="en-IN"/>
          </a:p>
        </p:txBody>
      </p:sp>
      <p:sp>
        <p:nvSpPr>
          <p:cNvPr id="6" name="Footer Placeholder 5">
            <a:extLst>
              <a:ext uri="{FF2B5EF4-FFF2-40B4-BE49-F238E27FC236}">
                <a16:creationId xmlns:a16="http://schemas.microsoft.com/office/drawing/2014/main" id="{3611EDC9-53F7-46CE-9B1C-B999BCF227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4FECE7-D4F8-4E13-B22B-3E69193E1484}"/>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4233402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53E51-6FED-4252-AE8D-10E9ADE8E8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43A8CB-0EAC-4DFD-A825-F1A89E07E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B81793-EEE5-4B36-AB68-A56A3253E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B7E480-0365-40E1-BBF5-F594D108A0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FEFA48-5012-4D51-B8C0-91BF319E94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D1D2DF-7DFA-4CF0-BC4B-72FFBFAA4185}"/>
              </a:ext>
            </a:extLst>
          </p:cNvPr>
          <p:cNvSpPr>
            <a:spLocks noGrp="1"/>
          </p:cNvSpPr>
          <p:nvPr>
            <p:ph type="dt" sz="half" idx="10"/>
          </p:nvPr>
        </p:nvSpPr>
        <p:spPr/>
        <p:txBody>
          <a:bodyPr/>
          <a:lstStyle/>
          <a:p>
            <a:fld id="{66719C6A-C228-4666-85AF-BFCAEE8D9375}" type="datetime1">
              <a:rPr lang="en-IN" smtClean="0"/>
              <a:pPr/>
              <a:t>20-02-2026</a:t>
            </a:fld>
            <a:endParaRPr lang="en-IN"/>
          </a:p>
        </p:txBody>
      </p:sp>
      <p:sp>
        <p:nvSpPr>
          <p:cNvPr id="8" name="Footer Placeholder 7">
            <a:extLst>
              <a:ext uri="{FF2B5EF4-FFF2-40B4-BE49-F238E27FC236}">
                <a16:creationId xmlns:a16="http://schemas.microsoft.com/office/drawing/2014/main" id="{60739B97-6D68-4A91-A511-2AE65BFA1E7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6BD875-8D41-458D-8FE8-BE926E35D7F9}"/>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2065475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06007-8559-4DDA-ADB5-24066989C9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0EE19D-7F57-4B73-B755-C39F7A12E72F}"/>
              </a:ext>
            </a:extLst>
          </p:cNvPr>
          <p:cNvSpPr>
            <a:spLocks noGrp="1"/>
          </p:cNvSpPr>
          <p:nvPr>
            <p:ph type="dt" sz="half" idx="10"/>
          </p:nvPr>
        </p:nvSpPr>
        <p:spPr/>
        <p:txBody>
          <a:bodyPr/>
          <a:lstStyle/>
          <a:p>
            <a:fld id="{D1476AC4-8DFC-4A25-AB02-3BCD901770ED}" type="datetime1">
              <a:rPr lang="en-IN" smtClean="0"/>
              <a:pPr/>
              <a:t>20-02-2026</a:t>
            </a:fld>
            <a:endParaRPr lang="en-IN"/>
          </a:p>
        </p:txBody>
      </p:sp>
      <p:sp>
        <p:nvSpPr>
          <p:cNvPr id="4" name="Footer Placeholder 3">
            <a:extLst>
              <a:ext uri="{FF2B5EF4-FFF2-40B4-BE49-F238E27FC236}">
                <a16:creationId xmlns:a16="http://schemas.microsoft.com/office/drawing/2014/main" id="{67AAA0DE-AFC5-477D-9E07-FD8BD826AA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B54AAA-3535-4C14-8166-FB6EACD31BD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744109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B6E093-DDDC-4C60-AEF1-EA4F544AD145}"/>
              </a:ext>
            </a:extLst>
          </p:cNvPr>
          <p:cNvSpPr>
            <a:spLocks noGrp="1"/>
          </p:cNvSpPr>
          <p:nvPr>
            <p:ph type="dt" sz="half" idx="10"/>
          </p:nvPr>
        </p:nvSpPr>
        <p:spPr/>
        <p:txBody>
          <a:bodyPr/>
          <a:lstStyle/>
          <a:p>
            <a:fld id="{A18A7FA7-F693-4DFB-AEDA-FE633EEC95AF}" type="datetime1">
              <a:rPr lang="en-IN" smtClean="0"/>
              <a:pPr/>
              <a:t>20-02-2026</a:t>
            </a:fld>
            <a:endParaRPr lang="en-IN"/>
          </a:p>
        </p:txBody>
      </p:sp>
      <p:sp>
        <p:nvSpPr>
          <p:cNvPr id="3" name="Footer Placeholder 2">
            <a:extLst>
              <a:ext uri="{FF2B5EF4-FFF2-40B4-BE49-F238E27FC236}">
                <a16:creationId xmlns:a16="http://schemas.microsoft.com/office/drawing/2014/main" id="{4E0C2FED-4935-43BE-9345-59669AE020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524748-2BAB-49A8-95A7-B4AD77E46E74}"/>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491688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EA04-776C-4163-B584-044C333D8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0C04F9-E6C0-4D16-8852-953534E20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072862F-7160-4A67-8704-C47A0C879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D65858-28DA-46E5-9508-74636F89DAE3}"/>
              </a:ext>
            </a:extLst>
          </p:cNvPr>
          <p:cNvSpPr>
            <a:spLocks noGrp="1"/>
          </p:cNvSpPr>
          <p:nvPr>
            <p:ph type="dt" sz="half" idx="10"/>
          </p:nvPr>
        </p:nvSpPr>
        <p:spPr/>
        <p:txBody>
          <a:bodyPr/>
          <a:lstStyle/>
          <a:p>
            <a:fld id="{43C56386-F633-4E6A-B8A1-EED31EF84510}" type="datetime1">
              <a:rPr lang="en-IN" smtClean="0"/>
              <a:pPr/>
              <a:t>20-02-2026</a:t>
            </a:fld>
            <a:endParaRPr lang="en-IN"/>
          </a:p>
        </p:txBody>
      </p:sp>
      <p:sp>
        <p:nvSpPr>
          <p:cNvPr id="6" name="Footer Placeholder 5">
            <a:extLst>
              <a:ext uri="{FF2B5EF4-FFF2-40B4-BE49-F238E27FC236}">
                <a16:creationId xmlns:a16="http://schemas.microsoft.com/office/drawing/2014/main" id="{05517B50-2DD1-4DB8-B8B8-0BAE9C952D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01DAEE-A292-4277-BDC0-0070E249CAB8}"/>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119977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C3873-316E-4899-8153-7086CCE4EE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B67437-F6CB-4767-9B90-77B1BC10B1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31625E-C2D4-4EC5-8F44-FBF944F65F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5B6A3B-16DE-4E18-A332-29669A10B586}"/>
              </a:ext>
            </a:extLst>
          </p:cNvPr>
          <p:cNvSpPr>
            <a:spLocks noGrp="1"/>
          </p:cNvSpPr>
          <p:nvPr>
            <p:ph type="dt" sz="half" idx="10"/>
          </p:nvPr>
        </p:nvSpPr>
        <p:spPr/>
        <p:txBody>
          <a:bodyPr/>
          <a:lstStyle/>
          <a:p>
            <a:fld id="{56C880F4-BE75-409D-AF89-489FEC0B9E5F}" type="datetime1">
              <a:rPr lang="en-IN" smtClean="0"/>
              <a:pPr/>
              <a:t>20-02-2026</a:t>
            </a:fld>
            <a:endParaRPr lang="en-IN"/>
          </a:p>
        </p:txBody>
      </p:sp>
      <p:sp>
        <p:nvSpPr>
          <p:cNvPr id="6" name="Footer Placeholder 5">
            <a:extLst>
              <a:ext uri="{FF2B5EF4-FFF2-40B4-BE49-F238E27FC236}">
                <a16:creationId xmlns:a16="http://schemas.microsoft.com/office/drawing/2014/main" id="{DE65B289-D318-4A9C-BD6D-C44A849296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EFA0E2-2C8D-4D74-B06E-178C555F194D}"/>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249100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190BA-7554-4D42-B48C-58DD0CF439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F3D475-FB0E-4B81-B116-9EF55A9047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776E95-0183-4750-AF5B-7618B56938BC}"/>
              </a:ext>
            </a:extLst>
          </p:cNvPr>
          <p:cNvSpPr>
            <a:spLocks noGrp="1"/>
          </p:cNvSpPr>
          <p:nvPr>
            <p:ph type="dt" sz="half" idx="10"/>
          </p:nvPr>
        </p:nvSpPr>
        <p:spPr/>
        <p:txBody>
          <a:bodyPr/>
          <a:lstStyle/>
          <a:p>
            <a:fld id="{2039F6F4-037B-4332-9282-471FE71B5F7F}" type="datetime1">
              <a:rPr lang="en-IN" smtClean="0"/>
              <a:pPr/>
              <a:t>20-02-2026</a:t>
            </a:fld>
            <a:endParaRPr lang="en-IN"/>
          </a:p>
        </p:txBody>
      </p:sp>
      <p:sp>
        <p:nvSpPr>
          <p:cNvPr id="5" name="Footer Placeholder 4">
            <a:extLst>
              <a:ext uri="{FF2B5EF4-FFF2-40B4-BE49-F238E27FC236}">
                <a16:creationId xmlns:a16="http://schemas.microsoft.com/office/drawing/2014/main" id="{C29E9BCE-0963-403B-9D25-E460EE59B6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5EF912-9095-430D-8535-5BD3E4EF864C}"/>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238654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CF8ED9-F70E-4EB1-8828-BC267D05C3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4D1639-EE11-4E0F-9935-5EE4029CBB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3C24BC-5C21-463E-8224-EEBB474F4DAC}"/>
              </a:ext>
            </a:extLst>
          </p:cNvPr>
          <p:cNvSpPr>
            <a:spLocks noGrp="1"/>
          </p:cNvSpPr>
          <p:nvPr>
            <p:ph type="dt" sz="half" idx="10"/>
          </p:nvPr>
        </p:nvSpPr>
        <p:spPr/>
        <p:txBody>
          <a:bodyPr/>
          <a:lstStyle/>
          <a:p>
            <a:fld id="{5EDABC32-C334-4B49-A727-D2C2C2E2FFFE}" type="datetime1">
              <a:rPr lang="en-IN" smtClean="0"/>
              <a:pPr/>
              <a:t>20-02-2026</a:t>
            </a:fld>
            <a:endParaRPr lang="en-IN"/>
          </a:p>
        </p:txBody>
      </p:sp>
      <p:sp>
        <p:nvSpPr>
          <p:cNvPr id="5" name="Footer Placeholder 4">
            <a:extLst>
              <a:ext uri="{FF2B5EF4-FFF2-40B4-BE49-F238E27FC236}">
                <a16:creationId xmlns:a16="http://schemas.microsoft.com/office/drawing/2014/main" id="{58817959-F41C-4265-B950-CE05B800FF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E3A482-8769-4E02-B46E-565987B03A21}"/>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763962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167512-9A59-4F80-BDE3-E2EC9081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9B3164-25AA-4E2F-9CBD-64DBB8BCEA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6E2F16-F4BC-4CDE-9BA1-3FF94AA15E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D12017-EE5D-4064-B320-4434A6A5A13F}" type="datetime1">
              <a:rPr lang="en-IN" smtClean="0"/>
              <a:pPr/>
              <a:t>20-02-2026</a:t>
            </a:fld>
            <a:endParaRPr lang="en-IN"/>
          </a:p>
        </p:txBody>
      </p:sp>
      <p:sp>
        <p:nvSpPr>
          <p:cNvPr id="5" name="Footer Placeholder 4">
            <a:extLst>
              <a:ext uri="{FF2B5EF4-FFF2-40B4-BE49-F238E27FC236}">
                <a16:creationId xmlns:a16="http://schemas.microsoft.com/office/drawing/2014/main" id="{37B6BA1D-C155-4BD7-98A4-5C4CD141FF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DAFD399-70D5-46C3-AF05-F083473AF3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183BA4-7B10-4BE3-A0B2-A48721054ED6}" type="slidenum">
              <a:rPr lang="en-IN" smtClean="0"/>
              <a:pPr/>
              <a:t>‹#›</a:t>
            </a:fld>
            <a:endParaRPr lang="en-IN"/>
          </a:p>
        </p:txBody>
      </p:sp>
    </p:spTree>
    <p:extLst>
      <p:ext uri="{BB962C8B-B14F-4D97-AF65-F5344CB8AC3E}">
        <p14:creationId xmlns:p14="http://schemas.microsoft.com/office/powerpoint/2010/main" val="2861878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image2.jpg">
            <a:extLst>
              <a:ext uri="{FF2B5EF4-FFF2-40B4-BE49-F238E27FC236}">
                <a16:creationId xmlns:a16="http://schemas.microsoft.com/office/drawing/2014/main" id="{663F759D-B900-42CE-B030-8F4D88C8D3C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2386" y="0"/>
            <a:ext cx="2029613" cy="163231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4171B3D-41F2-4B45-860B-5E3607A31D49}"/>
              </a:ext>
            </a:extLst>
          </p:cNvPr>
          <p:cNvSpPr txBox="1"/>
          <p:nvPr/>
        </p:nvSpPr>
        <p:spPr>
          <a:xfrm>
            <a:off x="2220916" y="94410"/>
            <a:ext cx="7095897" cy="1485022"/>
          </a:xfrm>
          <a:prstGeom prst="rect">
            <a:avLst/>
          </a:prstGeom>
          <a:noFill/>
        </p:spPr>
        <p:txBody>
          <a:bodyPr wrap="square">
            <a:spAutoFit/>
          </a:bodyPr>
          <a:lstStyle/>
          <a:p>
            <a:pPr marR="16510" algn="ctr">
              <a:spcBef>
                <a:spcPts val="365"/>
              </a:spcBef>
              <a:spcAft>
                <a:spcPts val="250"/>
              </a:spcAft>
            </a:pPr>
            <a:r>
              <a:rPr lang="en-IN" sz="2800" b="1" dirty="0">
                <a:effectLst/>
                <a:latin typeface="Times New Roman" panose="02020603050405020304" pitchFamily="18" charset="0"/>
                <a:ea typeface="Times New Roman" panose="02020603050405020304" pitchFamily="18" charset="0"/>
                <a:cs typeface="Times New Roman" panose="02020603050405020304" pitchFamily="18" charset="0"/>
              </a:rPr>
              <a:t>St. MARTIN’S ENGINEERING COLLEGE</a:t>
            </a:r>
            <a:endParaRPr lang="en-IN"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marR="1085850" indent="-2540" algn="ctr">
              <a:spcBef>
                <a:spcPts val="240"/>
              </a:spcBef>
              <a:spcAft>
                <a:spcPts val="250"/>
              </a:spcAft>
            </a:pPr>
            <a:r>
              <a:rPr lang="en-IN" sz="1600" b="1" dirty="0">
                <a:latin typeface="Times New Roman" panose="02020603050405020304" pitchFamily="18" charset="0"/>
                <a:ea typeface="Times New Roman" panose="02020603050405020304" pitchFamily="18" charset="0"/>
                <a:cs typeface="Times New Roman" panose="02020603050405020304" pitchFamily="18" charset="0"/>
              </a:rPr>
              <a:t>UGC Autonomous </a:t>
            </a:r>
          </a:p>
          <a:p>
            <a:pPr marL="1143000" marR="1085850" indent="-2540" algn="ctr">
              <a:spcBef>
                <a:spcPts val="240"/>
              </a:spcBef>
              <a:spcAft>
                <a:spcPts val="250"/>
              </a:spcAft>
            </a:pPr>
            <a:r>
              <a:rPr lang="en-IN" sz="1600" b="1" dirty="0">
                <a:latin typeface="Times New Roman" panose="02020603050405020304" pitchFamily="18" charset="0"/>
                <a:ea typeface="Times New Roman" panose="02020603050405020304" pitchFamily="18" charset="0"/>
                <a:cs typeface="Mangal" panose="02040503050203030202" pitchFamily="18" charset="0"/>
              </a:rPr>
              <a:t>NBA &amp; NAAC A+ ACCREDITED</a:t>
            </a:r>
            <a:endParaRPr lang="en-IN" sz="1600" b="1" dirty="0">
              <a:latin typeface="Calibri" panose="020F0502020204030204" pitchFamily="34" charset="0"/>
              <a:ea typeface="Calibri" panose="020F0502020204030204" pitchFamily="34" charset="0"/>
              <a:cs typeface="Mangal" panose="02040503050203030202" pitchFamily="18" charset="0"/>
            </a:endParaRPr>
          </a:p>
          <a:p>
            <a:pPr marL="1143000" marR="1085850" indent="-2540" algn="ctr">
              <a:spcBef>
                <a:spcPts val="240"/>
              </a:spcBef>
              <a:spcAft>
                <a:spcPts val="25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Dhulapally, Secunderabad– 500100 </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Subtitle 2">
            <a:extLst>
              <a:ext uri="{FF2B5EF4-FFF2-40B4-BE49-F238E27FC236}">
                <a16:creationId xmlns:a16="http://schemas.microsoft.com/office/drawing/2014/main" id="{D76D3B75-5278-4020-9209-060C511363F8}"/>
              </a:ext>
            </a:extLst>
          </p:cNvPr>
          <p:cNvSpPr txBox="1">
            <a:spLocks/>
          </p:cNvSpPr>
          <p:nvPr/>
        </p:nvSpPr>
        <p:spPr>
          <a:xfrm>
            <a:off x="-1" y="2190941"/>
            <a:ext cx="12192000" cy="11005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b="1" dirty="0">
                <a:latin typeface="Times New Roman" panose="02020603050405020304" pitchFamily="18" charset="0"/>
                <a:cs typeface="Times New Roman" panose="02020603050405020304" pitchFamily="18" charset="0"/>
              </a:rPr>
              <a:t>Mini Project on</a:t>
            </a:r>
          </a:p>
          <a:p>
            <a:pPr marL="0" indent="0" algn="ctr">
              <a:buNone/>
            </a:pPr>
            <a:r>
              <a:rPr lang="en-US" sz="3600" b="1" dirty="0">
                <a:latin typeface="Times New Roman" panose="02020603050405020304" pitchFamily="18" charset="0"/>
                <a:cs typeface="Times New Roman" panose="02020603050405020304" pitchFamily="18" charset="0"/>
              </a:rPr>
              <a:t> The Strategic Project Governance Platform </a:t>
            </a:r>
          </a:p>
        </p:txBody>
      </p:sp>
      <p:sp>
        <p:nvSpPr>
          <p:cNvPr id="15" name="TextBox 14">
            <a:extLst>
              <a:ext uri="{FF2B5EF4-FFF2-40B4-BE49-F238E27FC236}">
                <a16:creationId xmlns:a16="http://schemas.microsoft.com/office/drawing/2014/main" id="{BBE8A074-7A92-49E2-B981-AE2FCEAEB324}"/>
              </a:ext>
            </a:extLst>
          </p:cNvPr>
          <p:cNvSpPr txBox="1"/>
          <p:nvPr/>
        </p:nvSpPr>
        <p:spPr>
          <a:xfrm>
            <a:off x="3348133" y="3291442"/>
            <a:ext cx="6067715" cy="1569660"/>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Batch No: D08 </a:t>
            </a:r>
          </a:p>
          <a:p>
            <a:pPr algn="ctr"/>
            <a:r>
              <a:rPr lang="en-US" sz="2400" b="1" dirty="0">
                <a:latin typeface="Times New Roman" pitchFamily="18" charset="0"/>
                <a:cs typeface="Times New Roman" pitchFamily="18" charset="0"/>
              </a:rPr>
              <a:t>1. U. SOUMIL	(23K81A05P9)</a:t>
            </a:r>
          </a:p>
          <a:p>
            <a:pPr algn="ctr"/>
            <a:r>
              <a:rPr lang="en-US" sz="2400" b="1" dirty="0">
                <a:latin typeface="Times New Roman" pitchFamily="18" charset="0"/>
                <a:cs typeface="Times New Roman" pitchFamily="18" charset="0"/>
              </a:rPr>
              <a:t>2. G. SAINATH	(23K81A05M2)</a:t>
            </a:r>
          </a:p>
          <a:p>
            <a:pPr algn="ctr"/>
            <a:r>
              <a:rPr lang="en-US" sz="2400" b="1" dirty="0">
                <a:latin typeface="Times New Roman" pitchFamily="18" charset="0"/>
                <a:cs typeface="Times New Roman" pitchFamily="18" charset="0"/>
              </a:rPr>
              <a:t>3. M. RAGHU	(23K81A05Q4)</a:t>
            </a:r>
          </a:p>
        </p:txBody>
      </p:sp>
      <p:sp>
        <p:nvSpPr>
          <p:cNvPr id="16" name="TextBox 15">
            <a:extLst>
              <a:ext uri="{FF2B5EF4-FFF2-40B4-BE49-F238E27FC236}">
                <a16:creationId xmlns:a16="http://schemas.microsoft.com/office/drawing/2014/main" id="{814846BF-F4EE-4ADF-8E6D-318E4ACE8748}"/>
              </a:ext>
            </a:extLst>
          </p:cNvPr>
          <p:cNvSpPr txBox="1"/>
          <p:nvPr/>
        </p:nvSpPr>
        <p:spPr>
          <a:xfrm>
            <a:off x="0" y="5288340"/>
            <a:ext cx="12191999" cy="1569660"/>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Under the Guidance of</a:t>
            </a:r>
          </a:p>
          <a:p>
            <a:pPr algn="ctr"/>
            <a:r>
              <a:rPr lang="en-US" sz="2400" b="1" dirty="0">
                <a:latin typeface="Times New Roman" panose="02020603050405020304" pitchFamily="18" charset="0"/>
                <a:cs typeface="Times New Roman" panose="02020603050405020304" pitchFamily="18" charset="0"/>
              </a:rPr>
              <a:t>Mr. G. KISHOR</a:t>
            </a:r>
          </a:p>
          <a:p>
            <a:pPr algn="ctr"/>
            <a:r>
              <a:rPr lang="en-US" sz="2400" b="1" dirty="0">
                <a:latin typeface="Times New Roman" panose="02020603050405020304" pitchFamily="18" charset="0"/>
                <a:cs typeface="Times New Roman" panose="02020603050405020304" pitchFamily="18" charset="0"/>
              </a:rPr>
              <a:t>Assistant Professor</a:t>
            </a:r>
          </a:p>
          <a:p>
            <a:pPr algn="ctr"/>
            <a:r>
              <a:rPr lang="en-US" sz="2400" b="1" dirty="0">
                <a:latin typeface="Times New Roman" panose="02020603050405020304" pitchFamily="18" charset="0"/>
                <a:cs typeface="Times New Roman" panose="02020603050405020304" pitchFamily="18" charset="0"/>
              </a:rPr>
              <a:t>Department of Computer Science And Engineering </a:t>
            </a:r>
            <a:endParaRPr lang="en-IN" sz="2400" b="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269034" y="94410"/>
            <a:ext cx="1460912" cy="1240120"/>
          </a:xfrm>
          <a:prstGeom prst="rect">
            <a:avLst/>
          </a:prstGeom>
          <a:noFill/>
        </p:spPr>
      </p:pic>
      <p:sp>
        <p:nvSpPr>
          <p:cNvPr id="2" name="TextBox 1"/>
          <p:cNvSpPr txBox="1"/>
          <p:nvPr/>
        </p:nvSpPr>
        <p:spPr>
          <a:xfrm>
            <a:off x="1" y="1579432"/>
            <a:ext cx="12191998" cy="461665"/>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Department of  Computer Science And Engineering </a:t>
            </a:r>
          </a:p>
        </p:txBody>
      </p:sp>
    </p:spTree>
    <p:extLst>
      <p:ext uri="{BB962C8B-B14F-4D97-AF65-F5344CB8AC3E}">
        <p14:creationId xmlns:p14="http://schemas.microsoft.com/office/powerpoint/2010/main" val="73778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OUTLINE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203649"/>
            <a:ext cx="12191999" cy="4973314"/>
          </a:xfrm>
        </p:spPr>
        <p:txBody>
          <a:bodyPr>
            <a:normAutofit/>
          </a:bodyPr>
          <a:lstStyle/>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Abstract</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Detailed Design</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Contribution of candidate</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Results obtained</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References</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80 % code Implementation</a:t>
            </a:r>
          </a:p>
          <a:p>
            <a:pPr marL="0" indent="0" algn="just">
              <a:lnSpc>
                <a:spcPct val="150000"/>
              </a:lnSpc>
              <a:spcBef>
                <a:spcPts val="415"/>
              </a:spcBef>
              <a:buSzPct val="80000"/>
              <a:buNone/>
              <a:tabLst>
                <a:tab pos="367030" algn="l"/>
              </a:tabLst>
            </a:pPr>
            <a:r>
              <a:rPr lang="en-IN" dirty="0">
                <a:latin typeface="Times New Roman" panose="02020603050405020304" pitchFamily="18" charset="0"/>
                <a:ea typeface="Times New Roman" panose="02020603050405020304" pitchFamily="18" charset="0"/>
              </a:rPr>
              <a:t> </a:t>
            </a:r>
            <a:endParaRPr lang="en-IN" dirty="0"/>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r>
              <a:rPr lang="en-IN" dirty="0"/>
              <a:t>12-12-2025</a:t>
            </a:r>
          </a:p>
          <a:p>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2</a:t>
            </a:fld>
            <a:endParaRPr lang="en-IN"/>
          </a:p>
        </p:txBody>
      </p:sp>
    </p:spTree>
    <p:extLst>
      <p:ext uri="{BB962C8B-B14F-4D97-AF65-F5344CB8AC3E}">
        <p14:creationId xmlns:p14="http://schemas.microsoft.com/office/powerpoint/2010/main" val="3882226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203649"/>
            <a:ext cx="12191999" cy="4973314"/>
          </a:xfrm>
        </p:spPr>
        <p:txBody>
          <a:bodyPr/>
          <a:lstStyle/>
          <a:p>
            <a:pPr algn="just" eaLnBrk="0" fontAlgn="base" hangingPunct="0">
              <a:lnSpc>
                <a:spcPct val="100000"/>
              </a:lnSpc>
              <a:spcBef>
                <a:spcPct val="20000"/>
              </a:spcBef>
              <a:spcAft>
                <a:spcPct val="0"/>
              </a:spcAft>
              <a:buClr>
                <a:srgbClr val="00007D"/>
              </a:buClr>
              <a:buSzPct val="75000"/>
            </a:pPr>
            <a:r>
              <a:rPr lang="en-US" dirty="0">
                <a:latin typeface="Times New Roman" pitchFamily="18" charset="0"/>
                <a:cs typeface="Times New Roman" pitchFamily="18" charset="0"/>
              </a:rPr>
              <a:t>The Strategic Project Governance Platform (SPGP) is software designed to move project management beyond simple task lists to strategic oversight, ensuring all work stays aligned with the company’s main goals.</a:t>
            </a:r>
          </a:p>
          <a:p>
            <a:pPr algn="just" eaLnBrk="0" fontAlgn="base" hangingPunct="0">
              <a:lnSpc>
                <a:spcPct val="100000"/>
              </a:lnSpc>
              <a:spcBef>
                <a:spcPct val="20000"/>
              </a:spcBef>
              <a:spcAft>
                <a:spcPct val="0"/>
              </a:spcAft>
              <a:buClr>
                <a:srgbClr val="00007D"/>
              </a:buClr>
              <a:buSzPct val="75000"/>
            </a:pPr>
            <a:r>
              <a:rPr lang="en-US" dirty="0">
                <a:latin typeface="Times New Roman" pitchFamily="18" charset="0"/>
                <a:cs typeface="Times New Roman" pitchFamily="18" charset="0"/>
              </a:rPr>
              <a:t>It uses the Impact Score Visualization feature to act as a smart alarm, quickly figuring out and showing the cost and time damage caused by any delayed job, allowing managers to instantly prioritize fixing the most harmful issues.</a:t>
            </a:r>
          </a:p>
          <a:p>
            <a:pPr algn="just" eaLnBrk="0" fontAlgn="base" hangingPunct="0">
              <a:lnSpc>
                <a:spcPct val="100000"/>
              </a:lnSpc>
              <a:spcBef>
                <a:spcPct val="20000"/>
              </a:spcBef>
              <a:spcAft>
                <a:spcPct val="0"/>
              </a:spcAft>
              <a:buClr>
                <a:srgbClr val="00007D"/>
              </a:buClr>
              <a:buSzPct val="75000"/>
            </a:pPr>
            <a:r>
              <a:rPr lang="en-US" dirty="0">
                <a:latin typeface="Times New Roman" pitchFamily="18" charset="0"/>
                <a:cs typeface="Times New Roman" pitchFamily="18" charset="0"/>
              </a:rPr>
              <a:t>The platform includes a system that links decisions to notes and documents, making sure all past team knowledge and the full reasons behind every key choice are clear, easy to find, and used to help leaders make smarter, faster decisions.</a:t>
            </a:r>
          </a:p>
          <a:p>
            <a:pPr algn="just" eaLnBrk="0" fontAlgn="base" hangingPunct="0">
              <a:lnSpc>
                <a:spcPct val="100000"/>
              </a:lnSpc>
              <a:spcBef>
                <a:spcPct val="20000"/>
              </a:spcBef>
              <a:spcAft>
                <a:spcPct val="0"/>
              </a:spcAft>
              <a:buClr>
                <a:srgbClr val="00007D"/>
              </a:buClr>
              <a:buSzPct val="75000"/>
            </a:pPr>
            <a:endParaRPr lang="en-US"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r>
              <a:rPr lang="en-IN" dirty="0"/>
              <a:t>12-12-2025</a:t>
            </a:r>
          </a:p>
          <a:p>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3</a:t>
            </a:fld>
            <a:endParaRPr lang="en-IN"/>
          </a:p>
        </p:txBody>
      </p:sp>
    </p:spTree>
    <p:extLst>
      <p:ext uri="{BB962C8B-B14F-4D97-AF65-F5344CB8AC3E}">
        <p14:creationId xmlns:p14="http://schemas.microsoft.com/office/powerpoint/2010/main" val="1287536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US" sz="3600" b="1" dirty="0">
                <a:latin typeface="Times New Roman" panose="02020603050405020304" pitchFamily="18" charset="0"/>
                <a:cs typeface="Times New Roman" panose="02020603050405020304" pitchFamily="18" charset="0"/>
              </a:rPr>
              <a:t> 2. D</a:t>
            </a:r>
            <a:r>
              <a:rPr lang="en-IN" sz="3600" b="1" dirty="0">
                <a:latin typeface="Times New Roman" panose="02020603050405020304" pitchFamily="18" charset="0"/>
                <a:cs typeface="Times New Roman" panose="02020603050405020304" pitchFamily="18" charset="0"/>
              </a:rPr>
              <a:t>ETAILED DESIGN</a:t>
            </a: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r>
              <a:rPr lang="en-IN" dirty="0"/>
              <a:t>12-12-2025</a:t>
            </a:r>
          </a:p>
          <a:p>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4</a:t>
            </a:fld>
            <a:endParaRPr lang="en-IN"/>
          </a:p>
        </p:txBody>
      </p:sp>
      <p:pic>
        <p:nvPicPr>
          <p:cNvPr id="6" name="Content Placeholder 8">
            <a:extLst>
              <a:ext uri="{FF2B5EF4-FFF2-40B4-BE49-F238E27FC236}">
                <a16:creationId xmlns:a16="http://schemas.microsoft.com/office/drawing/2014/main" id="{B4541FDA-E033-F108-8063-33A46C962E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92897" y="1203325"/>
            <a:ext cx="8834757" cy="5260975"/>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068432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2741A-4877-0EA9-F353-53934500358A}"/>
              </a:ext>
            </a:extLst>
          </p:cNvPr>
          <p:cNvSpPr>
            <a:spLocks noGrp="1"/>
          </p:cNvSpPr>
          <p:nvPr>
            <p:ph type="title"/>
          </p:nvPr>
        </p:nvSpPr>
        <p:spPr>
          <a:xfrm>
            <a:off x="838200" y="0"/>
            <a:ext cx="10515600" cy="913341"/>
          </a:xfrm>
        </p:spPr>
        <p:txBody>
          <a:bodyPr>
            <a:normAutofit/>
          </a:bodyPr>
          <a:lstStyle/>
          <a:p>
            <a:r>
              <a:rPr lang="en-IN" sz="3600" b="1" dirty="0">
                <a:latin typeface="Times New Roman" panose="02020603050405020304" pitchFamily="18" charset="0"/>
                <a:cs typeface="Times New Roman" panose="02020603050405020304" pitchFamily="18" charset="0"/>
              </a:rPr>
              <a:t>         2.1 SYSTEM ARCHITECTURE DESIGN</a:t>
            </a:r>
          </a:p>
        </p:txBody>
      </p:sp>
      <p:sp>
        <p:nvSpPr>
          <p:cNvPr id="5" name="Slide Number Placeholder 4">
            <a:extLst>
              <a:ext uri="{FF2B5EF4-FFF2-40B4-BE49-F238E27FC236}">
                <a16:creationId xmlns:a16="http://schemas.microsoft.com/office/drawing/2014/main" id="{35CC488E-A183-494A-DD98-08ED939A0EFD}"/>
              </a:ext>
            </a:extLst>
          </p:cNvPr>
          <p:cNvSpPr>
            <a:spLocks noGrp="1"/>
          </p:cNvSpPr>
          <p:nvPr>
            <p:ph type="sldNum" sz="quarter" idx="12"/>
          </p:nvPr>
        </p:nvSpPr>
        <p:spPr/>
        <p:txBody>
          <a:bodyPr/>
          <a:lstStyle/>
          <a:p>
            <a:fld id="{A0183BA4-7B10-4BE3-A0B2-A48721054ED6}" type="slidenum">
              <a:rPr lang="en-IN" smtClean="0"/>
              <a:pPr/>
              <a:t>5</a:t>
            </a:fld>
            <a:endParaRPr lang="en-IN"/>
          </a:p>
        </p:txBody>
      </p:sp>
      <p:pic>
        <p:nvPicPr>
          <p:cNvPr id="18" name="Content Placeholder 10">
            <a:extLst>
              <a:ext uri="{FF2B5EF4-FFF2-40B4-BE49-F238E27FC236}">
                <a16:creationId xmlns:a16="http://schemas.microsoft.com/office/drawing/2014/main" id="{B7168D76-9D20-6E70-D68C-3395899E16BC}"/>
              </a:ext>
            </a:extLst>
          </p:cNvPr>
          <p:cNvPicPr>
            <a:picLocks noGrp="1" noChangeAspect="1"/>
          </p:cNvPicPr>
          <p:nvPr>
            <p:ph idx="1"/>
          </p:nvPr>
        </p:nvPicPr>
        <p:blipFill>
          <a:blip r:embed="rId2"/>
          <a:stretch>
            <a:fillRect/>
          </a:stretch>
        </p:blipFill>
        <p:spPr>
          <a:xfrm>
            <a:off x="1595535" y="653143"/>
            <a:ext cx="8668138" cy="6068332"/>
          </a:xfrm>
          <a:prstGeom prst="rect">
            <a:avLst/>
          </a:prstGeom>
        </p:spPr>
      </p:pic>
    </p:spTree>
    <p:extLst>
      <p:ext uri="{BB962C8B-B14F-4D97-AF65-F5344CB8AC3E}">
        <p14:creationId xmlns:p14="http://schemas.microsoft.com/office/powerpoint/2010/main" val="1252877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6E781-FADE-CFBB-D6FF-5E2361373EB8}"/>
              </a:ext>
            </a:extLst>
          </p:cNvPr>
          <p:cNvSpPr>
            <a:spLocks noGrp="1"/>
          </p:cNvSpPr>
          <p:nvPr>
            <p:ph type="title"/>
          </p:nvPr>
        </p:nvSpPr>
        <p:spPr>
          <a:xfrm>
            <a:off x="838200" y="136525"/>
            <a:ext cx="10515600" cy="801201"/>
          </a:xfrm>
        </p:spPr>
        <p:txBody>
          <a:bodyPr>
            <a:normAutofit/>
          </a:bodyPr>
          <a:lstStyle/>
          <a:p>
            <a:r>
              <a:rPr lang="en-US" sz="3600" b="1" dirty="0">
                <a:latin typeface="Times New Roman" panose="02020603050405020304" pitchFamily="18" charset="0"/>
                <a:cs typeface="Times New Roman" panose="02020603050405020304" pitchFamily="18" charset="0"/>
              </a:rPr>
              <a:t>       2.2 IMPACT SCORE ALGORITHM DESIGN</a:t>
            </a:r>
            <a:endParaRPr lang="en-IN" sz="36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A6EE044-54DE-9320-25BB-0415D6211660}"/>
              </a:ext>
            </a:extLst>
          </p:cNvPr>
          <p:cNvSpPr>
            <a:spLocks noGrp="1"/>
          </p:cNvSpPr>
          <p:nvPr>
            <p:ph type="sldNum" sz="quarter" idx="12"/>
          </p:nvPr>
        </p:nvSpPr>
        <p:spPr/>
        <p:txBody>
          <a:bodyPr/>
          <a:lstStyle/>
          <a:p>
            <a:fld id="{A0183BA4-7B10-4BE3-A0B2-A48721054ED6}" type="slidenum">
              <a:rPr lang="en-IN" smtClean="0"/>
              <a:pPr/>
              <a:t>6</a:t>
            </a:fld>
            <a:endParaRPr lang="en-IN"/>
          </a:p>
        </p:txBody>
      </p:sp>
      <p:pic>
        <p:nvPicPr>
          <p:cNvPr id="19" name="Content Placeholder 18">
            <a:extLst>
              <a:ext uri="{FF2B5EF4-FFF2-40B4-BE49-F238E27FC236}">
                <a16:creationId xmlns:a16="http://schemas.microsoft.com/office/drawing/2014/main" id="{2854761A-CAFE-E6A6-44A5-C4633AD33E18}"/>
              </a:ext>
            </a:extLst>
          </p:cNvPr>
          <p:cNvPicPr>
            <a:picLocks noGrp="1" noChangeAspect="1"/>
          </p:cNvPicPr>
          <p:nvPr>
            <p:ph idx="1"/>
          </p:nvPr>
        </p:nvPicPr>
        <p:blipFill>
          <a:blip r:embed="rId2"/>
          <a:stretch>
            <a:fillRect/>
          </a:stretch>
        </p:blipFill>
        <p:spPr>
          <a:xfrm>
            <a:off x="1073020" y="802433"/>
            <a:ext cx="10280780" cy="5690442"/>
          </a:xfrm>
          <a:prstGeom prst="rect">
            <a:avLst/>
          </a:prstGeom>
        </p:spPr>
      </p:pic>
    </p:spTree>
    <p:extLst>
      <p:ext uri="{BB962C8B-B14F-4D97-AF65-F5344CB8AC3E}">
        <p14:creationId xmlns:p14="http://schemas.microsoft.com/office/powerpoint/2010/main" val="2013572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05DD2-1E9C-446D-A6CB-8A8A5BAA1127}"/>
              </a:ext>
            </a:extLst>
          </p:cNvPr>
          <p:cNvSpPr>
            <a:spLocks noGrp="1"/>
          </p:cNvSpPr>
          <p:nvPr>
            <p:ph type="title"/>
          </p:nvPr>
        </p:nvSpPr>
        <p:spPr>
          <a:xfrm>
            <a:off x="838200" y="-68748"/>
            <a:ext cx="10515600" cy="1325563"/>
          </a:xfrm>
        </p:spPr>
        <p:txBody>
          <a:bodyPr>
            <a:normAutofit/>
          </a:bodyPr>
          <a:lstStyle/>
          <a:p>
            <a:r>
              <a:rPr lang="en-US" sz="3600" b="1" dirty="0">
                <a:latin typeface="Times New Roman" panose="02020603050405020304" pitchFamily="18" charset="0"/>
                <a:cs typeface="Times New Roman" panose="02020603050405020304" pitchFamily="18" charset="0"/>
              </a:rPr>
              <a:t>2.3 Knowledge Synthesis &amp; Dynamic “Why” Tracing Design</a:t>
            </a:r>
            <a:endParaRPr lang="en-IN" sz="3600" b="1"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0EA8B584-D15B-1A6B-436E-5AA122FE9229}"/>
              </a:ext>
            </a:extLst>
          </p:cNvPr>
          <p:cNvPicPr>
            <a:picLocks noGrp="1" noChangeAspect="1"/>
          </p:cNvPicPr>
          <p:nvPr>
            <p:ph idx="1"/>
          </p:nvPr>
        </p:nvPicPr>
        <p:blipFill>
          <a:blip r:embed="rId2"/>
          <a:stretch>
            <a:fillRect/>
          </a:stretch>
        </p:blipFill>
        <p:spPr>
          <a:xfrm>
            <a:off x="1483567" y="1256815"/>
            <a:ext cx="8957388" cy="5358588"/>
          </a:xfrm>
          <a:prstGeom prst="rect">
            <a:avLst/>
          </a:prstGeom>
        </p:spPr>
      </p:pic>
      <p:sp>
        <p:nvSpPr>
          <p:cNvPr id="4" name="Date Placeholder 3">
            <a:extLst>
              <a:ext uri="{FF2B5EF4-FFF2-40B4-BE49-F238E27FC236}">
                <a16:creationId xmlns:a16="http://schemas.microsoft.com/office/drawing/2014/main" id="{88F019BE-F94C-9BA1-674B-2CB135CE71B1}"/>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Slide Number Placeholder 4">
            <a:extLst>
              <a:ext uri="{FF2B5EF4-FFF2-40B4-BE49-F238E27FC236}">
                <a16:creationId xmlns:a16="http://schemas.microsoft.com/office/drawing/2014/main" id="{2A708598-F84E-E239-1F28-03A6D5857667}"/>
              </a:ext>
            </a:extLst>
          </p:cNvPr>
          <p:cNvSpPr>
            <a:spLocks noGrp="1"/>
          </p:cNvSpPr>
          <p:nvPr>
            <p:ph type="sldNum" sz="quarter" idx="12"/>
          </p:nvPr>
        </p:nvSpPr>
        <p:spPr/>
        <p:txBody>
          <a:bodyPr/>
          <a:lstStyle/>
          <a:p>
            <a:fld id="{A0183BA4-7B10-4BE3-A0B2-A48721054ED6}" type="slidenum">
              <a:rPr lang="en-IN" smtClean="0"/>
              <a:pPr/>
              <a:t>7</a:t>
            </a:fld>
            <a:endParaRPr lang="en-IN"/>
          </a:p>
        </p:txBody>
      </p:sp>
    </p:spTree>
    <p:extLst>
      <p:ext uri="{BB962C8B-B14F-4D97-AF65-F5344CB8AC3E}">
        <p14:creationId xmlns:p14="http://schemas.microsoft.com/office/powerpoint/2010/main" val="3936608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7DC5A-A33C-1257-2D9E-7A44BB96A3F1}"/>
              </a:ext>
            </a:extLst>
          </p:cNvPr>
          <p:cNvSpPr>
            <a:spLocks noGrp="1"/>
          </p:cNvSpPr>
          <p:nvPr>
            <p:ph type="title"/>
          </p:nvPr>
        </p:nvSpPr>
        <p:spPr>
          <a:xfrm>
            <a:off x="838200" y="0"/>
            <a:ext cx="10515600" cy="820208"/>
          </a:xfrm>
        </p:spPr>
        <p:txBody>
          <a:bodyPr>
            <a:normAutofit/>
          </a:bodyPr>
          <a:lstStyle/>
          <a:p>
            <a:r>
              <a:rPr lang="en-US" sz="3600" b="1" dirty="0">
                <a:latin typeface="Times New Roman" panose="02020603050405020304" pitchFamily="18" charset="0"/>
                <a:cs typeface="Times New Roman" panose="02020603050405020304" pitchFamily="18" charset="0"/>
              </a:rPr>
              <a:t>3. Contribution of Candidate and Result Obtained </a:t>
            </a:r>
            <a:endParaRPr lang="en-IN" sz="36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A118981-FDDF-3A1C-048B-1004C6DA7327}"/>
              </a:ext>
            </a:extLst>
          </p:cNvPr>
          <p:cNvSpPr>
            <a:spLocks noGrp="1"/>
          </p:cNvSpPr>
          <p:nvPr>
            <p:ph type="sldNum" sz="quarter" idx="12"/>
          </p:nvPr>
        </p:nvSpPr>
        <p:spPr/>
        <p:txBody>
          <a:bodyPr/>
          <a:lstStyle/>
          <a:p>
            <a:fld id="{A0183BA4-7B10-4BE3-A0B2-A48721054ED6}" type="slidenum">
              <a:rPr lang="en-IN" smtClean="0"/>
              <a:pPr/>
              <a:t>8</a:t>
            </a:fld>
            <a:endParaRPr lang="en-IN"/>
          </a:p>
        </p:txBody>
      </p:sp>
      <p:sp>
        <p:nvSpPr>
          <p:cNvPr id="6" name="Content Placeholder 5">
            <a:extLst>
              <a:ext uri="{FF2B5EF4-FFF2-40B4-BE49-F238E27FC236}">
                <a16:creationId xmlns:a16="http://schemas.microsoft.com/office/drawing/2014/main" id="{E56868EA-685E-7EDD-29F6-F814759DC6B3}"/>
              </a:ext>
            </a:extLst>
          </p:cNvPr>
          <p:cNvSpPr>
            <a:spLocks noGrp="1"/>
          </p:cNvSpPr>
          <p:nvPr>
            <p:ph idx="1"/>
          </p:nvPr>
        </p:nvSpPr>
        <p:spPr>
          <a:xfrm>
            <a:off x="634482" y="933060"/>
            <a:ext cx="10719318" cy="5617029"/>
          </a:xfrm>
        </p:spPr>
        <p:txBody>
          <a:bodyPr>
            <a:normAutofit fontScale="25000" lnSpcReduction="20000"/>
          </a:bodyPr>
          <a:lstStyle/>
          <a:p>
            <a:r>
              <a:rPr lang="en-IN" sz="7000" b="1" dirty="0">
                <a:latin typeface="Times New Roman" panose="02020603050405020304" pitchFamily="18" charset="0"/>
                <a:cs typeface="Times New Roman" panose="02020603050405020304" pitchFamily="18" charset="0"/>
              </a:rPr>
              <a:t>Candidate 1 – U. Soumil</a:t>
            </a:r>
          </a:p>
          <a:p>
            <a:r>
              <a:rPr lang="en-IN" sz="7000" dirty="0">
                <a:latin typeface="Times New Roman" panose="02020603050405020304" pitchFamily="18" charset="0"/>
                <a:cs typeface="Times New Roman" panose="02020603050405020304" pitchFamily="18" charset="0"/>
              </a:rPr>
              <a:t>Designed overall system architecture</a:t>
            </a:r>
          </a:p>
          <a:p>
            <a:r>
              <a:rPr lang="en-IN" sz="7000" dirty="0">
                <a:latin typeface="Times New Roman" panose="02020603050405020304" pitchFamily="18" charset="0"/>
                <a:cs typeface="Times New Roman" panose="02020603050405020304" pitchFamily="18" charset="0"/>
              </a:rPr>
              <a:t>Implemented Backend APIs using Node.js &amp; Express</a:t>
            </a:r>
          </a:p>
          <a:p>
            <a:r>
              <a:rPr lang="en-IN" sz="7000" dirty="0">
                <a:latin typeface="Times New Roman" panose="02020603050405020304" pitchFamily="18" charset="0"/>
                <a:cs typeface="Times New Roman" panose="02020603050405020304" pitchFamily="18" charset="0"/>
              </a:rPr>
              <a:t>Developed Impact Score calculation logic</a:t>
            </a:r>
          </a:p>
          <a:p>
            <a:r>
              <a:rPr lang="en-IN" sz="7000" dirty="0">
                <a:latin typeface="Times New Roman" panose="02020603050405020304" pitchFamily="18" charset="0"/>
                <a:cs typeface="Times New Roman" panose="02020603050405020304" pitchFamily="18" charset="0"/>
              </a:rPr>
              <a:t>Created MongoDB schemas (Users, Tasks, Decisions)</a:t>
            </a:r>
          </a:p>
          <a:p>
            <a:r>
              <a:rPr lang="en-IN" sz="7000" dirty="0">
                <a:latin typeface="Times New Roman" panose="02020603050405020304" pitchFamily="18" charset="0"/>
                <a:cs typeface="Times New Roman" panose="02020603050405020304" pitchFamily="18" charset="0"/>
              </a:rPr>
              <a:t>Integrated authentication using JWT</a:t>
            </a:r>
          </a:p>
          <a:p>
            <a:r>
              <a:rPr lang="en-IN" sz="7000" b="1" dirty="0">
                <a:latin typeface="Times New Roman" panose="02020603050405020304" pitchFamily="18" charset="0"/>
                <a:cs typeface="Times New Roman" panose="02020603050405020304" pitchFamily="18" charset="0"/>
              </a:rPr>
              <a:t> Candidate 2 – G. Sainath </a:t>
            </a:r>
          </a:p>
          <a:p>
            <a:r>
              <a:rPr lang="en-IN" sz="7000" dirty="0">
                <a:latin typeface="Times New Roman" panose="02020603050405020304" pitchFamily="18" charset="0"/>
                <a:cs typeface="Times New Roman" panose="02020603050405020304" pitchFamily="18" charset="0"/>
              </a:rPr>
              <a:t>Designed and implemented React.js frontend</a:t>
            </a:r>
          </a:p>
          <a:p>
            <a:r>
              <a:rPr lang="en-IN" sz="7000" dirty="0">
                <a:latin typeface="Times New Roman" panose="02020603050405020304" pitchFamily="18" charset="0"/>
                <a:cs typeface="Times New Roman" panose="02020603050405020304" pitchFamily="18" charset="0"/>
              </a:rPr>
              <a:t>Developed dashboard UI and task visualization</a:t>
            </a:r>
          </a:p>
          <a:p>
            <a:r>
              <a:rPr lang="en-IN" sz="7000" dirty="0">
                <a:latin typeface="Times New Roman" panose="02020603050405020304" pitchFamily="18" charset="0"/>
                <a:cs typeface="Times New Roman" panose="02020603050405020304" pitchFamily="18" charset="0"/>
              </a:rPr>
              <a:t>Integrated D3.js for Impact Score visualization</a:t>
            </a:r>
          </a:p>
          <a:p>
            <a:r>
              <a:rPr lang="en-IN" sz="7000" dirty="0">
                <a:latin typeface="Times New Roman" panose="02020603050405020304" pitchFamily="18" charset="0"/>
                <a:cs typeface="Times New Roman" panose="02020603050405020304" pitchFamily="18" charset="0"/>
              </a:rPr>
              <a:t>Connected frontend with backend APIs</a:t>
            </a:r>
          </a:p>
          <a:p>
            <a:r>
              <a:rPr lang="en-IN" sz="7000" b="1" dirty="0">
                <a:latin typeface="Times New Roman" panose="02020603050405020304" pitchFamily="18" charset="0"/>
                <a:cs typeface="Times New Roman" panose="02020603050405020304" pitchFamily="18" charset="0"/>
              </a:rPr>
              <a:t>Candidate 3 – M. Raghu</a:t>
            </a:r>
          </a:p>
          <a:p>
            <a:r>
              <a:rPr lang="en-US" sz="7200" dirty="0">
                <a:latin typeface="Times New Roman" panose="02020603050405020304" pitchFamily="18" charset="0"/>
                <a:cs typeface="Times New Roman" panose="02020603050405020304" pitchFamily="18" charset="0"/>
              </a:rPr>
              <a:t>Prepared complete project documentation and report formatting.</a:t>
            </a:r>
          </a:p>
          <a:p>
            <a:r>
              <a:rPr lang="en-US" sz="7200" dirty="0">
                <a:latin typeface="Times New Roman" panose="02020603050405020304" pitchFamily="18" charset="0"/>
                <a:cs typeface="Times New Roman" panose="02020603050405020304" pitchFamily="18" charset="0"/>
              </a:rPr>
              <a:t>Designed presentation slides and review materials.</a:t>
            </a:r>
          </a:p>
          <a:p>
            <a:r>
              <a:rPr lang="en-US" sz="7200" dirty="0">
                <a:latin typeface="Times New Roman" panose="02020603050405020304" pitchFamily="18" charset="0"/>
                <a:cs typeface="Times New Roman" panose="02020603050405020304" pitchFamily="18" charset="0"/>
              </a:rPr>
              <a:t>Assisted in requirement gathering and system flow planning.</a:t>
            </a:r>
          </a:p>
          <a:p>
            <a:r>
              <a:rPr lang="en-US" sz="7200" dirty="0">
                <a:latin typeface="Times New Roman" panose="02020603050405020304" pitchFamily="18" charset="0"/>
                <a:cs typeface="Times New Roman" panose="02020603050405020304" pitchFamily="18" charset="0"/>
              </a:rPr>
              <a:t>Performed manual testing and validation.</a:t>
            </a:r>
          </a:p>
          <a:p>
            <a:r>
              <a:rPr lang="en-US" sz="7200" dirty="0">
                <a:latin typeface="Times New Roman" panose="02020603050405020304" pitchFamily="18" charset="0"/>
                <a:cs typeface="Times New Roman" panose="02020603050405020304" pitchFamily="18" charset="0"/>
              </a:rPr>
              <a:t>Documented test cases and recorded system results.</a:t>
            </a:r>
          </a:p>
          <a:p>
            <a:endParaRPr lang="en-IN" dirty="0"/>
          </a:p>
        </p:txBody>
      </p:sp>
    </p:spTree>
    <p:extLst>
      <p:ext uri="{BB962C8B-B14F-4D97-AF65-F5344CB8AC3E}">
        <p14:creationId xmlns:p14="http://schemas.microsoft.com/office/powerpoint/2010/main" val="565038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65E39-9CA5-26C9-6CD4-F7ECBE9AC0AE}"/>
              </a:ext>
            </a:extLst>
          </p:cNvPr>
          <p:cNvSpPr>
            <a:spLocks noGrp="1"/>
          </p:cNvSpPr>
          <p:nvPr>
            <p:ph type="title"/>
          </p:nvPr>
        </p:nvSpPr>
        <p:spPr>
          <a:xfrm>
            <a:off x="766482" y="67186"/>
            <a:ext cx="10515600" cy="1325563"/>
          </a:xfrm>
        </p:spPr>
        <p:txBody>
          <a:bodyPr>
            <a:normAutofit/>
          </a:bodyPr>
          <a:lstStyle/>
          <a:p>
            <a:r>
              <a:rPr lang="en-US" sz="3600" dirty="0"/>
              <a:t>                       </a:t>
            </a:r>
            <a:r>
              <a:rPr lang="en-US" sz="3600" b="1" dirty="0"/>
              <a:t> </a:t>
            </a:r>
            <a:r>
              <a:rPr lang="en-US" sz="3600" b="1" dirty="0">
                <a:latin typeface="Times New Roman" panose="02020603050405020304" pitchFamily="18" charset="0"/>
                <a:cs typeface="Times New Roman" panose="02020603050405020304" pitchFamily="18" charset="0"/>
              </a:rPr>
              <a:t>4. RESULTS OBTAINED</a:t>
            </a:r>
          </a:p>
        </p:txBody>
      </p:sp>
      <p:pic>
        <p:nvPicPr>
          <p:cNvPr id="7" name="Content Placeholder 6">
            <a:extLst>
              <a:ext uri="{FF2B5EF4-FFF2-40B4-BE49-F238E27FC236}">
                <a16:creationId xmlns:a16="http://schemas.microsoft.com/office/drawing/2014/main" id="{EC6289DA-43AE-9190-57B1-5768D750D5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6150" y="1596837"/>
            <a:ext cx="5668132" cy="4351338"/>
          </a:xfrm>
        </p:spPr>
        <p:style>
          <a:lnRef idx="2">
            <a:schemeClr val="dk1"/>
          </a:lnRef>
          <a:fillRef idx="1">
            <a:schemeClr val="lt1"/>
          </a:fillRef>
          <a:effectRef idx="0">
            <a:schemeClr val="dk1"/>
          </a:effectRef>
          <a:fontRef idx="minor">
            <a:schemeClr val="dk1"/>
          </a:fontRef>
        </p:style>
      </p:pic>
      <p:sp>
        <p:nvSpPr>
          <p:cNvPr id="4" name="Date Placeholder 3">
            <a:extLst>
              <a:ext uri="{FF2B5EF4-FFF2-40B4-BE49-F238E27FC236}">
                <a16:creationId xmlns:a16="http://schemas.microsoft.com/office/drawing/2014/main" id="{C74CF95C-9744-CD8C-51CB-08933B00170B}"/>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Slide Number Placeholder 4">
            <a:extLst>
              <a:ext uri="{FF2B5EF4-FFF2-40B4-BE49-F238E27FC236}">
                <a16:creationId xmlns:a16="http://schemas.microsoft.com/office/drawing/2014/main" id="{C9D08075-B0CB-A779-9E81-C8586899469B}"/>
              </a:ext>
            </a:extLst>
          </p:cNvPr>
          <p:cNvSpPr>
            <a:spLocks noGrp="1"/>
          </p:cNvSpPr>
          <p:nvPr>
            <p:ph type="sldNum" sz="quarter" idx="12"/>
          </p:nvPr>
        </p:nvSpPr>
        <p:spPr/>
        <p:txBody>
          <a:bodyPr/>
          <a:lstStyle/>
          <a:p>
            <a:fld id="{A0183BA4-7B10-4BE3-A0B2-A48721054ED6}" type="slidenum">
              <a:rPr lang="en-IN" smtClean="0"/>
              <a:pPr/>
              <a:t>9</a:t>
            </a:fld>
            <a:endParaRPr lang="en-IN"/>
          </a:p>
        </p:txBody>
      </p:sp>
      <p:pic>
        <p:nvPicPr>
          <p:cNvPr id="9" name="Picture 8">
            <a:extLst>
              <a:ext uri="{FF2B5EF4-FFF2-40B4-BE49-F238E27FC236}">
                <a16:creationId xmlns:a16="http://schemas.microsoft.com/office/drawing/2014/main" id="{F32E868A-4D87-6F9F-E976-FC4509F8EA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619249"/>
            <a:ext cx="5925670" cy="4328926"/>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970584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3BE62D75-76B8-637E-49A2-669C3881D2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976" y="1613647"/>
            <a:ext cx="5737412" cy="4542957"/>
          </a:xfrm>
        </p:spPr>
        <p:style>
          <a:lnRef idx="2">
            <a:schemeClr val="dk1"/>
          </a:lnRef>
          <a:fillRef idx="1">
            <a:schemeClr val="lt1"/>
          </a:fillRef>
          <a:effectRef idx="0">
            <a:schemeClr val="dk1"/>
          </a:effectRef>
          <a:fontRef idx="minor">
            <a:schemeClr val="dk1"/>
          </a:fontRef>
        </p:style>
      </p:pic>
      <p:sp>
        <p:nvSpPr>
          <p:cNvPr id="4" name="Date Placeholder 3">
            <a:extLst>
              <a:ext uri="{FF2B5EF4-FFF2-40B4-BE49-F238E27FC236}">
                <a16:creationId xmlns:a16="http://schemas.microsoft.com/office/drawing/2014/main" id="{E6E3D927-AA48-7EA7-25AA-AFB8EB204171}"/>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Slide Number Placeholder 4">
            <a:extLst>
              <a:ext uri="{FF2B5EF4-FFF2-40B4-BE49-F238E27FC236}">
                <a16:creationId xmlns:a16="http://schemas.microsoft.com/office/drawing/2014/main" id="{9B07999E-D40F-2065-A471-F2410B4F12CE}"/>
              </a:ext>
            </a:extLst>
          </p:cNvPr>
          <p:cNvSpPr>
            <a:spLocks noGrp="1"/>
          </p:cNvSpPr>
          <p:nvPr>
            <p:ph type="sldNum" sz="quarter" idx="12"/>
          </p:nvPr>
        </p:nvSpPr>
        <p:spPr/>
        <p:txBody>
          <a:bodyPr/>
          <a:lstStyle/>
          <a:p>
            <a:fld id="{A0183BA4-7B10-4BE3-A0B2-A48721054ED6}" type="slidenum">
              <a:rPr lang="en-IN" smtClean="0"/>
              <a:pPr/>
              <a:t>10</a:t>
            </a:fld>
            <a:endParaRPr lang="en-IN"/>
          </a:p>
        </p:txBody>
      </p:sp>
      <p:sp>
        <p:nvSpPr>
          <p:cNvPr id="6" name="Title 1">
            <a:extLst>
              <a:ext uri="{FF2B5EF4-FFF2-40B4-BE49-F238E27FC236}">
                <a16:creationId xmlns:a16="http://schemas.microsoft.com/office/drawing/2014/main" id="{1C00D5DD-CE08-5F09-BFB2-995256E3D49C}"/>
              </a:ext>
            </a:extLst>
          </p:cNvPr>
          <p:cNvSpPr>
            <a:spLocks noGrp="1"/>
          </p:cNvSpPr>
          <p:nvPr>
            <p:ph type="title"/>
          </p:nvPr>
        </p:nvSpPr>
        <p:spPr>
          <a:xfrm>
            <a:off x="838200" y="88336"/>
            <a:ext cx="10515600" cy="1325563"/>
          </a:xfrm>
        </p:spPr>
        <p:txBody>
          <a:bodyPr/>
          <a:lstStyle/>
          <a:p>
            <a:r>
              <a:rPr lang="en-US" dirty="0"/>
              <a:t>                  </a:t>
            </a:r>
            <a:r>
              <a:rPr lang="en-US" sz="3600" b="1" dirty="0">
                <a:latin typeface="Times New Roman" panose="02020603050405020304" pitchFamily="18" charset="0"/>
                <a:cs typeface="Times New Roman" panose="02020603050405020304" pitchFamily="18" charset="0"/>
              </a:rPr>
              <a:t>RESULTS OBTAINED</a:t>
            </a:r>
          </a:p>
        </p:txBody>
      </p:sp>
      <p:pic>
        <p:nvPicPr>
          <p:cNvPr id="10" name="Picture 9">
            <a:extLst>
              <a:ext uri="{FF2B5EF4-FFF2-40B4-BE49-F238E27FC236}">
                <a16:creationId xmlns:a16="http://schemas.microsoft.com/office/drawing/2014/main" id="{A8FC4A91-C4FC-C565-D436-BDC335C319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613646"/>
            <a:ext cx="5836024" cy="4542957"/>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279709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7EDFDA19-6A92-7872-CF39-9226240035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2329" y="1825625"/>
            <a:ext cx="10201836" cy="4440704"/>
          </a:xfrm>
        </p:spPr>
        <p:style>
          <a:lnRef idx="2">
            <a:schemeClr val="dk1"/>
          </a:lnRef>
          <a:fillRef idx="1">
            <a:schemeClr val="lt1"/>
          </a:fillRef>
          <a:effectRef idx="0">
            <a:schemeClr val="dk1"/>
          </a:effectRef>
          <a:fontRef idx="minor">
            <a:schemeClr val="dk1"/>
          </a:fontRef>
        </p:style>
      </p:pic>
      <p:sp>
        <p:nvSpPr>
          <p:cNvPr id="4" name="Date Placeholder 3">
            <a:extLst>
              <a:ext uri="{FF2B5EF4-FFF2-40B4-BE49-F238E27FC236}">
                <a16:creationId xmlns:a16="http://schemas.microsoft.com/office/drawing/2014/main" id="{CB492E43-4D4F-0803-84FE-855B47755A02}"/>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Slide Number Placeholder 4">
            <a:extLst>
              <a:ext uri="{FF2B5EF4-FFF2-40B4-BE49-F238E27FC236}">
                <a16:creationId xmlns:a16="http://schemas.microsoft.com/office/drawing/2014/main" id="{A5187D36-FAE0-2788-162D-32C58BBF07C5}"/>
              </a:ext>
            </a:extLst>
          </p:cNvPr>
          <p:cNvSpPr>
            <a:spLocks noGrp="1"/>
          </p:cNvSpPr>
          <p:nvPr>
            <p:ph type="sldNum" sz="quarter" idx="12"/>
          </p:nvPr>
        </p:nvSpPr>
        <p:spPr/>
        <p:txBody>
          <a:bodyPr/>
          <a:lstStyle/>
          <a:p>
            <a:fld id="{A0183BA4-7B10-4BE3-A0B2-A48721054ED6}" type="slidenum">
              <a:rPr lang="en-IN" smtClean="0"/>
              <a:pPr/>
              <a:t>11</a:t>
            </a:fld>
            <a:endParaRPr lang="en-IN"/>
          </a:p>
        </p:txBody>
      </p:sp>
      <p:sp>
        <p:nvSpPr>
          <p:cNvPr id="6" name="Title 1">
            <a:extLst>
              <a:ext uri="{FF2B5EF4-FFF2-40B4-BE49-F238E27FC236}">
                <a16:creationId xmlns:a16="http://schemas.microsoft.com/office/drawing/2014/main" id="{719DA32E-13EF-59A4-80CE-E39729C6899D}"/>
              </a:ext>
            </a:extLst>
          </p:cNvPr>
          <p:cNvSpPr>
            <a:spLocks noGrp="1"/>
          </p:cNvSpPr>
          <p:nvPr>
            <p:ph type="title"/>
          </p:nvPr>
        </p:nvSpPr>
        <p:spPr>
          <a:xfrm>
            <a:off x="838200" y="0"/>
            <a:ext cx="10515600" cy="1325563"/>
          </a:xfrm>
        </p:spPr>
        <p:txBody>
          <a:bodyPr/>
          <a:lstStyle/>
          <a:p>
            <a:r>
              <a:rPr lang="en-US" b="1" dirty="0"/>
              <a:t>                     </a:t>
            </a:r>
            <a:r>
              <a:rPr lang="en-US" sz="3600" b="1" dirty="0">
                <a:latin typeface="Times New Roman" panose="02020603050405020304" pitchFamily="18" charset="0"/>
                <a:cs typeface="Times New Roman" panose="02020603050405020304" pitchFamily="18" charset="0"/>
              </a:rPr>
              <a:t>RESULTS OBTAINED</a:t>
            </a:r>
          </a:p>
        </p:txBody>
      </p:sp>
    </p:spTree>
    <p:extLst>
      <p:ext uri="{BB962C8B-B14F-4D97-AF65-F5344CB8AC3E}">
        <p14:creationId xmlns:p14="http://schemas.microsoft.com/office/powerpoint/2010/main" val="219571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41951564-87B8-6B8F-C8FB-C37B83AEDC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9247" y="1515035"/>
            <a:ext cx="10654553" cy="4661928"/>
          </a:xfrm>
        </p:spPr>
        <p:style>
          <a:lnRef idx="2">
            <a:schemeClr val="dk1"/>
          </a:lnRef>
          <a:fillRef idx="1">
            <a:schemeClr val="lt1"/>
          </a:fillRef>
          <a:effectRef idx="0">
            <a:schemeClr val="dk1"/>
          </a:effectRef>
          <a:fontRef idx="minor">
            <a:schemeClr val="dk1"/>
          </a:fontRef>
        </p:style>
      </p:pic>
      <p:sp>
        <p:nvSpPr>
          <p:cNvPr id="4" name="Date Placeholder 3">
            <a:extLst>
              <a:ext uri="{FF2B5EF4-FFF2-40B4-BE49-F238E27FC236}">
                <a16:creationId xmlns:a16="http://schemas.microsoft.com/office/drawing/2014/main" id="{0558174A-1E91-9B28-398A-0B2FFBC5CC92}"/>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Slide Number Placeholder 4">
            <a:extLst>
              <a:ext uri="{FF2B5EF4-FFF2-40B4-BE49-F238E27FC236}">
                <a16:creationId xmlns:a16="http://schemas.microsoft.com/office/drawing/2014/main" id="{ECF5FC93-1D61-ACE2-2C36-CAB914F5FA2D}"/>
              </a:ext>
            </a:extLst>
          </p:cNvPr>
          <p:cNvSpPr>
            <a:spLocks noGrp="1"/>
          </p:cNvSpPr>
          <p:nvPr>
            <p:ph type="sldNum" sz="quarter" idx="12"/>
          </p:nvPr>
        </p:nvSpPr>
        <p:spPr/>
        <p:txBody>
          <a:bodyPr/>
          <a:lstStyle/>
          <a:p>
            <a:fld id="{A0183BA4-7B10-4BE3-A0B2-A48721054ED6}" type="slidenum">
              <a:rPr lang="en-IN" smtClean="0"/>
              <a:pPr/>
              <a:t>12</a:t>
            </a:fld>
            <a:endParaRPr lang="en-IN"/>
          </a:p>
        </p:txBody>
      </p:sp>
      <p:sp>
        <p:nvSpPr>
          <p:cNvPr id="6" name="Title 1">
            <a:extLst>
              <a:ext uri="{FF2B5EF4-FFF2-40B4-BE49-F238E27FC236}">
                <a16:creationId xmlns:a16="http://schemas.microsoft.com/office/drawing/2014/main" id="{7D9AF118-0651-1E95-CD74-85D35ECF1081}"/>
              </a:ext>
            </a:extLst>
          </p:cNvPr>
          <p:cNvSpPr>
            <a:spLocks noGrp="1"/>
          </p:cNvSpPr>
          <p:nvPr>
            <p:ph type="title"/>
          </p:nvPr>
        </p:nvSpPr>
        <p:spPr>
          <a:xfrm>
            <a:off x="768723" y="0"/>
            <a:ext cx="10515600" cy="1325563"/>
          </a:xfrm>
        </p:spPr>
        <p:txBody>
          <a:bodyPr/>
          <a:lstStyle/>
          <a:p>
            <a:r>
              <a:rPr lang="en-US" b="1"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RESULTS OBTAINED</a:t>
            </a:r>
          </a:p>
        </p:txBody>
      </p:sp>
    </p:spTree>
    <p:extLst>
      <p:ext uri="{BB962C8B-B14F-4D97-AF65-F5344CB8AC3E}">
        <p14:creationId xmlns:p14="http://schemas.microsoft.com/office/powerpoint/2010/main" val="3307622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1BBD6-447B-E4C3-A9C7-59964E438CA3}"/>
              </a:ext>
            </a:extLst>
          </p:cNvPr>
          <p:cNvSpPr>
            <a:spLocks noGrp="1"/>
          </p:cNvSpPr>
          <p:nvPr>
            <p:ph type="title"/>
          </p:nvPr>
        </p:nvSpPr>
        <p:spPr/>
        <p:txBody>
          <a:bodyPr/>
          <a:lstStyle/>
          <a:p>
            <a:r>
              <a:rPr lang="en-US" dirty="0"/>
              <a:t>         </a:t>
            </a:r>
            <a:r>
              <a:rPr lang="en-US" b="1" dirty="0"/>
              <a:t> </a:t>
            </a:r>
            <a:r>
              <a:rPr lang="en-US" sz="3600" b="1" dirty="0"/>
              <a:t>6</a:t>
            </a:r>
            <a:r>
              <a:rPr lang="en-US" dirty="0"/>
              <a:t>. </a:t>
            </a:r>
            <a:r>
              <a:rPr lang="en-US" sz="3600" b="1" dirty="0">
                <a:latin typeface="Times New Roman" panose="02020603050405020304" pitchFamily="18" charset="0"/>
                <a:cs typeface="Times New Roman" panose="02020603050405020304" pitchFamily="18" charset="0"/>
              </a:rPr>
              <a:t>80% CODE IMPLEMENTATION</a:t>
            </a:r>
          </a:p>
        </p:txBody>
      </p:sp>
      <p:sp>
        <p:nvSpPr>
          <p:cNvPr id="3" name="Content Placeholder 2">
            <a:extLst>
              <a:ext uri="{FF2B5EF4-FFF2-40B4-BE49-F238E27FC236}">
                <a16:creationId xmlns:a16="http://schemas.microsoft.com/office/drawing/2014/main" id="{33522C07-8ED9-9F8E-8440-2E1A5BCD2BCD}"/>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import React from "react";</a:t>
            </a:r>
          </a:p>
          <a:p>
            <a:pPr marL="0" indent="0" algn="just">
              <a:buNone/>
            </a:pPr>
            <a:r>
              <a:rPr lang="en-US" dirty="0">
                <a:latin typeface="Times New Roman" panose="02020603050405020304" pitchFamily="18" charset="0"/>
                <a:cs typeface="Times New Roman" panose="02020603050405020304" pitchFamily="18" charset="0"/>
              </a:rPr>
              <a:t>import { </a:t>
            </a:r>
            <a:r>
              <a:rPr lang="en-US" dirty="0" err="1">
                <a:latin typeface="Times New Roman" panose="02020603050405020304" pitchFamily="18" charset="0"/>
                <a:cs typeface="Times New Roman" panose="02020603050405020304" pitchFamily="18" charset="0"/>
              </a:rPr>
              <a:t>useForm</a:t>
            </a:r>
            <a:r>
              <a:rPr lang="en-US" dirty="0">
                <a:latin typeface="Times New Roman" panose="02020603050405020304" pitchFamily="18" charset="0"/>
                <a:cs typeface="Times New Roman" panose="02020603050405020304" pitchFamily="18" charset="0"/>
              </a:rPr>
              <a:t> } from "react-hook-form";</a:t>
            </a:r>
          </a:p>
          <a:p>
            <a:pPr marL="0" indent="0" algn="just">
              <a:buNone/>
            </a:pPr>
            <a:r>
              <a:rPr lang="en-US" dirty="0">
                <a:latin typeface="Times New Roman" panose="02020603050405020304" pitchFamily="18" charset="0"/>
                <a:cs typeface="Times New Roman" panose="02020603050405020304" pitchFamily="18" charset="0"/>
              </a:rPr>
              <a:t>import { </a:t>
            </a:r>
            <a:r>
              <a:rPr lang="en-US" dirty="0" err="1">
                <a:latin typeface="Times New Roman" panose="02020603050405020304" pitchFamily="18" charset="0"/>
                <a:cs typeface="Times New Roman" panose="02020603050405020304" pitchFamily="18" charset="0"/>
              </a:rPr>
              <a:t>useSelector</a:t>
            </a:r>
            <a:r>
              <a:rPr lang="en-US" dirty="0">
                <a:latin typeface="Times New Roman" panose="02020603050405020304" pitchFamily="18" charset="0"/>
                <a:cs typeface="Times New Roman" panose="02020603050405020304" pitchFamily="18" charset="0"/>
              </a:rPr>
              <a:t> } from "react-redux";</a:t>
            </a:r>
          </a:p>
          <a:p>
            <a:pPr marL="0" indent="0" algn="just">
              <a:buNone/>
            </a:pPr>
            <a:r>
              <a:rPr lang="en-US" dirty="0">
                <a:latin typeface="Times New Roman" panose="02020603050405020304" pitchFamily="18" charset="0"/>
                <a:cs typeface="Times New Roman" panose="02020603050405020304" pitchFamily="18" charset="0"/>
              </a:rPr>
              <a:t>import </a:t>
            </a:r>
            <a:r>
              <a:rPr lang="en-US" dirty="0" err="1">
                <a:latin typeface="Times New Roman" panose="02020603050405020304" pitchFamily="18" charset="0"/>
                <a:cs typeface="Times New Roman" panose="02020603050405020304" pitchFamily="18" charset="0"/>
              </a:rPr>
              <a:t>ModalWrapper</a:t>
            </a:r>
            <a:r>
              <a:rPr lang="en-US" dirty="0">
                <a:latin typeface="Times New Roman" panose="02020603050405020304" pitchFamily="18" charset="0"/>
                <a:cs typeface="Times New Roman" panose="02020603050405020304" pitchFamily="18" charset="0"/>
              </a:rPr>
              <a:t> from "./</a:t>
            </a:r>
            <a:r>
              <a:rPr lang="en-US" dirty="0" err="1">
                <a:latin typeface="Times New Roman" panose="02020603050405020304" pitchFamily="18" charset="0"/>
                <a:cs typeface="Times New Roman" panose="02020603050405020304" pitchFamily="18" charset="0"/>
              </a:rPr>
              <a:t>ModalWrapper</a:t>
            </a:r>
            <a:r>
              <a:rPr lang="en-US"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import { Dialog } from "@</a:t>
            </a:r>
            <a:r>
              <a:rPr lang="en-US" dirty="0" err="1">
                <a:latin typeface="Times New Roman" panose="02020603050405020304" pitchFamily="18" charset="0"/>
                <a:cs typeface="Times New Roman" panose="02020603050405020304" pitchFamily="18" charset="0"/>
              </a:rPr>
              <a:t>headlessui</a:t>
            </a:r>
            <a:r>
              <a:rPr lang="en-US" dirty="0">
                <a:latin typeface="Times New Roman" panose="02020603050405020304" pitchFamily="18" charset="0"/>
                <a:cs typeface="Times New Roman" panose="02020603050405020304" pitchFamily="18" charset="0"/>
              </a:rPr>
              <a:t>/react";</a:t>
            </a:r>
          </a:p>
          <a:p>
            <a:pPr marL="0" indent="0" algn="just">
              <a:buNone/>
            </a:pPr>
            <a:r>
              <a:rPr lang="en-US" dirty="0">
                <a:latin typeface="Times New Roman" panose="02020603050405020304" pitchFamily="18" charset="0"/>
                <a:cs typeface="Times New Roman" panose="02020603050405020304" pitchFamily="18" charset="0"/>
              </a:rPr>
              <a:t>import Textbox from "./Textbox";</a:t>
            </a:r>
          </a:p>
          <a:p>
            <a:pPr marL="0" indent="0" algn="just">
              <a:buNone/>
            </a:pPr>
            <a:r>
              <a:rPr lang="en-US" dirty="0">
                <a:latin typeface="Times New Roman" panose="02020603050405020304" pitchFamily="18" charset="0"/>
                <a:cs typeface="Times New Roman" panose="02020603050405020304" pitchFamily="18" charset="0"/>
              </a:rPr>
              <a:t>import Loading from "./Loader";</a:t>
            </a:r>
          </a:p>
          <a:p>
            <a:pPr marL="0" indent="0" algn="just">
              <a:buNone/>
            </a:pPr>
            <a:r>
              <a:rPr lang="en-US" dirty="0">
                <a:latin typeface="Times New Roman" panose="02020603050405020304" pitchFamily="18" charset="0"/>
                <a:cs typeface="Times New Roman" panose="02020603050405020304" pitchFamily="18" charset="0"/>
              </a:rPr>
              <a:t>import Button from "./Button";</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3F651E6-B9E7-3808-CD06-D1DBF5CCDC2E}"/>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Slide Number Placeholder 4">
            <a:extLst>
              <a:ext uri="{FF2B5EF4-FFF2-40B4-BE49-F238E27FC236}">
                <a16:creationId xmlns:a16="http://schemas.microsoft.com/office/drawing/2014/main" id="{38D0E2C9-4C37-2299-4460-D6E046CEAC26}"/>
              </a:ext>
            </a:extLst>
          </p:cNvPr>
          <p:cNvSpPr>
            <a:spLocks noGrp="1"/>
          </p:cNvSpPr>
          <p:nvPr>
            <p:ph type="sldNum" sz="quarter" idx="12"/>
          </p:nvPr>
        </p:nvSpPr>
        <p:spPr/>
        <p:txBody>
          <a:bodyPr/>
          <a:lstStyle/>
          <a:p>
            <a:fld id="{A0183BA4-7B10-4BE3-A0B2-A48721054ED6}" type="slidenum">
              <a:rPr lang="en-IN" smtClean="0"/>
              <a:pPr/>
              <a:t>13</a:t>
            </a:fld>
            <a:endParaRPr lang="en-IN"/>
          </a:p>
        </p:txBody>
      </p:sp>
    </p:spTree>
    <p:extLst>
      <p:ext uri="{BB962C8B-B14F-4D97-AF65-F5344CB8AC3E}">
        <p14:creationId xmlns:p14="http://schemas.microsoft.com/office/powerpoint/2010/main" val="1310569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9ADE50-5695-E233-31C1-6D6979585046}"/>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Slide Number Placeholder 4">
            <a:extLst>
              <a:ext uri="{FF2B5EF4-FFF2-40B4-BE49-F238E27FC236}">
                <a16:creationId xmlns:a16="http://schemas.microsoft.com/office/drawing/2014/main" id="{0405A983-DB15-BBBE-6FC4-46E3E84C3A33}"/>
              </a:ext>
            </a:extLst>
          </p:cNvPr>
          <p:cNvSpPr>
            <a:spLocks noGrp="1"/>
          </p:cNvSpPr>
          <p:nvPr>
            <p:ph type="sldNum" sz="quarter" idx="12"/>
          </p:nvPr>
        </p:nvSpPr>
        <p:spPr/>
        <p:txBody>
          <a:bodyPr/>
          <a:lstStyle/>
          <a:p>
            <a:fld id="{A0183BA4-7B10-4BE3-A0B2-A48721054ED6}" type="slidenum">
              <a:rPr lang="en-IN" smtClean="0"/>
              <a:pPr/>
              <a:t>14</a:t>
            </a:fld>
            <a:endParaRPr lang="en-IN"/>
          </a:p>
        </p:txBody>
      </p:sp>
      <p:sp>
        <p:nvSpPr>
          <p:cNvPr id="6" name="Content Placeholder 2">
            <a:extLst>
              <a:ext uri="{FF2B5EF4-FFF2-40B4-BE49-F238E27FC236}">
                <a16:creationId xmlns:a16="http://schemas.microsoft.com/office/drawing/2014/main" id="{5BE26161-8710-AF69-D601-823555A44C15}"/>
              </a:ext>
            </a:extLst>
          </p:cNvPr>
          <p:cNvSpPr>
            <a:spLocks noGrp="1"/>
          </p:cNvSpPr>
          <p:nvPr>
            <p:ph idx="1"/>
          </p:nvPr>
        </p:nvSpPr>
        <p:spPr>
          <a:xfrm>
            <a:off x="838200" y="1825625"/>
            <a:ext cx="10515600" cy="4351338"/>
          </a:xfrm>
        </p:spPr>
        <p:txBody>
          <a:bodyPr/>
          <a:lstStyle/>
          <a:p>
            <a:pPr marL="0" indent="0" algn="just">
              <a:buNone/>
            </a:pPr>
            <a:r>
              <a:rPr lang="en-US" dirty="0">
                <a:latin typeface="Times New Roman" panose="02020603050405020304" pitchFamily="18" charset="0"/>
                <a:cs typeface="Times New Roman" panose="02020603050405020304" pitchFamily="18" charset="0"/>
              </a:rPr>
              <a:t>const </a:t>
            </a:r>
            <a:r>
              <a:rPr lang="en-US" dirty="0" err="1">
                <a:latin typeface="Times New Roman" panose="02020603050405020304" pitchFamily="18" charset="0"/>
                <a:cs typeface="Times New Roman" panose="02020603050405020304" pitchFamily="18" charset="0"/>
              </a:rPr>
              <a:t>AddUser</a:t>
            </a:r>
            <a:r>
              <a:rPr lang="en-US" dirty="0">
                <a:latin typeface="Times New Roman" panose="02020603050405020304" pitchFamily="18" charset="0"/>
                <a:cs typeface="Times New Roman" panose="02020603050405020304" pitchFamily="18" charset="0"/>
              </a:rPr>
              <a:t> = ({ open, </a:t>
            </a:r>
            <a:r>
              <a:rPr lang="en-US" dirty="0" err="1">
                <a:latin typeface="Times New Roman" panose="02020603050405020304" pitchFamily="18" charset="0"/>
                <a:cs typeface="Times New Roman" panose="02020603050405020304" pitchFamily="18" charset="0"/>
              </a:rPr>
              <a:t>setOpen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userData</a:t>
            </a:r>
            <a:r>
              <a:rPr lang="en-US" dirty="0">
                <a:latin typeface="Times New Roman" panose="02020603050405020304" pitchFamily="18" charset="0"/>
                <a:cs typeface="Times New Roman" panose="02020603050405020304" pitchFamily="18" charset="0"/>
              </a:rPr>
              <a:t> }) =&gt; {</a:t>
            </a:r>
          </a:p>
          <a:p>
            <a:pPr marL="0" indent="0" algn="just">
              <a:buNone/>
            </a:pPr>
            <a:r>
              <a:rPr lang="en-US" dirty="0">
                <a:latin typeface="Times New Roman" panose="02020603050405020304" pitchFamily="18" charset="0"/>
                <a:cs typeface="Times New Roman" panose="02020603050405020304" pitchFamily="18" charset="0"/>
              </a:rPr>
              <a:t>    let </a:t>
            </a:r>
            <a:r>
              <a:rPr lang="en-US" dirty="0" err="1">
                <a:latin typeface="Times New Roman" panose="02020603050405020304" pitchFamily="18" charset="0"/>
                <a:cs typeface="Times New Roman" panose="02020603050405020304" pitchFamily="18" charset="0"/>
              </a:rPr>
              <a:t>defaultValues</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userData</a:t>
            </a:r>
            <a:r>
              <a:rPr lang="en-US" dirty="0">
                <a:latin typeface="Times New Roman" panose="02020603050405020304" pitchFamily="18" charset="0"/>
                <a:cs typeface="Times New Roman" panose="02020603050405020304" pitchFamily="18" charset="0"/>
              </a:rPr>
              <a:t> ?? {};</a:t>
            </a:r>
          </a:p>
          <a:p>
            <a:pPr marL="0" indent="0" algn="just">
              <a:buNone/>
            </a:pPr>
            <a:r>
              <a:rPr lang="en-US" dirty="0">
                <a:latin typeface="Times New Roman" panose="02020603050405020304" pitchFamily="18" charset="0"/>
                <a:cs typeface="Times New Roman" panose="02020603050405020304" pitchFamily="18" charset="0"/>
              </a:rPr>
              <a:t>    const { user } = </a:t>
            </a:r>
            <a:r>
              <a:rPr lang="en-US" dirty="0" err="1">
                <a:latin typeface="Times New Roman" panose="02020603050405020304" pitchFamily="18" charset="0"/>
                <a:cs typeface="Times New Roman" panose="02020603050405020304" pitchFamily="18" charset="0"/>
              </a:rPr>
              <a:t>useSelector</a:t>
            </a:r>
            <a:r>
              <a:rPr lang="en-US" dirty="0">
                <a:latin typeface="Times New Roman" panose="02020603050405020304" pitchFamily="18" charset="0"/>
                <a:cs typeface="Times New Roman" panose="02020603050405020304" pitchFamily="18" charset="0"/>
              </a:rPr>
              <a:t>((state) =&gt; </a:t>
            </a:r>
            <a:r>
              <a:rPr lang="en-US" dirty="0" err="1">
                <a:latin typeface="Times New Roman" panose="02020603050405020304" pitchFamily="18" charset="0"/>
                <a:cs typeface="Times New Roman" panose="02020603050405020304" pitchFamily="18" charset="0"/>
              </a:rPr>
              <a:t>state.auth</a:t>
            </a:r>
            <a:r>
              <a:rPr lang="en-US" dirty="0">
                <a:latin typeface="Times New Roman" panose="02020603050405020304" pitchFamily="18" charset="0"/>
                <a:cs typeface="Times New Roman" panose="02020603050405020304" pitchFamily="18" charset="0"/>
              </a:rPr>
              <a:t>);</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const </a:t>
            </a:r>
            <a:r>
              <a:rPr lang="en-US" dirty="0" err="1">
                <a:latin typeface="Times New Roman" panose="02020603050405020304" pitchFamily="18" charset="0"/>
                <a:cs typeface="Times New Roman" panose="02020603050405020304" pitchFamily="18" charset="0"/>
              </a:rPr>
              <a:t>isLoading</a:t>
            </a:r>
            <a:r>
              <a:rPr lang="en-US" dirty="0">
                <a:latin typeface="Times New Roman" panose="02020603050405020304" pitchFamily="18" charset="0"/>
                <a:cs typeface="Times New Roman" panose="02020603050405020304" pitchFamily="18" charset="0"/>
              </a:rPr>
              <a:t> = false,</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isUpdating</a:t>
            </a:r>
            <a:r>
              <a:rPr lang="en-US" dirty="0">
                <a:latin typeface="Times New Roman" panose="02020603050405020304" pitchFamily="18" charset="0"/>
                <a:cs typeface="Times New Roman" panose="02020603050405020304" pitchFamily="18" charset="0"/>
              </a:rPr>
              <a:t> = false;</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const {</a:t>
            </a:r>
          </a:p>
        </p:txBody>
      </p:sp>
      <p:sp>
        <p:nvSpPr>
          <p:cNvPr id="7" name="Title 1">
            <a:extLst>
              <a:ext uri="{FF2B5EF4-FFF2-40B4-BE49-F238E27FC236}">
                <a16:creationId xmlns:a16="http://schemas.microsoft.com/office/drawing/2014/main" id="{62703DC6-265D-B037-8875-FADA02424EC7}"/>
              </a:ext>
            </a:extLst>
          </p:cNvPr>
          <p:cNvSpPr>
            <a:spLocks noGrp="1"/>
          </p:cNvSpPr>
          <p:nvPr>
            <p:ph type="title"/>
          </p:nvPr>
        </p:nvSpPr>
        <p:spPr>
          <a:xfrm>
            <a:off x="838200" y="365125"/>
            <a:ext cx="10515600" cy="1325563"/>
          </a:xfrm>
        </p:spPr>
        <p:txBody>
          <a:bodyPr/>
          <a:lstStyle/>
          <a:p>
            <a:r>
              <a:rPr lang="en-US" dirty="0"/>
              <a:t>                   </a:t>
            </a:r>
            <a:r>
              <a:rPr lang="en-US" b="1" dirty="0">
                <a:latin typeface="Times New Roman" panose="02020603050405020304" pitchFamily="18" charset="0"/>
                <a:cs typeface="Times New Roman" panose="02020603050405020304" pitchFamily="18" charset="0"/>
              </a:rPr>
              <a:t>SOURCE CODE(80%)</a:t>
            </a:r>
          </a:p>
        </p:txBody>
      </p:sp>
    </p:spTree>
    <p:extLst>
      <p:ext uri="{BB962C8B-B14F-4D97-AF65-F5344CB8AC3E}">
        <p14:creationId xmlns:p14="http://schemas.microsoft.com/office/powerpoint/2010/main" val="4006042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E8698DC-DF0B-9BEC-01A2-DB32A80B9624}"/>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Slide Number Placeholder 4">
            <a:extLst>
              <a:ext uri="{FF2B5EF4-FFF2-40B4-BE49-F238E27FC236}">
                <a16:creationId xmlns:a16="http://schemas.microsoft.com/office/drawing/2014/main" id="{0932B0D1-74BE-96F7-B9D9-66AE2926B960}"/>
              </a:ext>
            </a:extLst>
          </p:cNvPr>
          <p:cNvSpPr>
            <a:spLocks noGrp="1"/>
          </p:cNvSpPr>
          <p:nvPr>
            <p:ph type="sldNum" sz="quarter" idx="12"/>
          </p:nvPr>
        </p:nvSpPr>
        <p:spPr/>
        <p:txBody>
          <a:bodyPr/>
          <a:lstStyle/>
          <a:p>
            <a:fld id="{A0183BA4-7B10-4BE3-A0B2-A48721054ED6}" type="slidenum">
              <a:rPr lang="en-IN" smtClean="0"/>
              <a:pPr/>
              <a:t>15</a:t>
            </a:fld>
            <a:endParaRPr lang="en-IN"/>
          </a:p>
        </p:txBody>
      </p:sp>
      <p:sp>
        <p:nvSpPr>
          <p:cNvPr id="6" name="Content Placeholder 2">
            <a:extLst>
              <a:ext uri="{FF2B5EF4-FFF2-40B4-BE49-F238E27FC236}">
                <a16:creationId xmlns:a16="http://schemas.microsoft.com/office/drawing/2014/main" id="{8FD96984-8C78-12FA-33E4-EB3C23BE9766}"/>
              </a:ext>
            </a:extLst>
          </p:cNvPr>
          <p:cNvSpPr>
            <a:spLocks noGrp="1"/>
          </p:cNvSpPr>
          <p:nvPr>
            <p:ph idx="1"/>
          </p:nvPr>
        </p:nvSpPr>
        <p:spPr>
          <a:xfrm>
            <a:off x="838200" y="1825625"/>
            <a:ext cx="10515600" cy="4351338"/>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 register,</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handleSubmit</a:t>
            </a:r>
            <a:r>
              <a:rPr lang="en-US"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formState</a:t>
            </a:r>
            <a:r>
              <a:rPr lang="en-US" dirty="0">
                <a:latin typeface="Times New Roman" panose="02020603050405020304" pitchFamily="18" charset="0"/>
                <a:cs typeface="Times New Roman" panose="02020603050405020304" pitchFamily="18" charset="0"/>
              </a:rPr>
              <a:t>: { errors },</a:t>
            </a:r>
          </a:p>
          <a:p>
            <a:pPr marL="0" indent="0" algn="just">
              <a:buNone/>
            </a:pPr>
            <a:r>
              <a:rPr lang="en-US" dirty="0">
                <a:latin typeface="Times New Roman" panose="02020603050405020304" pitchFamily="18" charset="0"/>
                <a:cs typeface="Times New Roman" panose="02020603050405020304" pitchFamily="18" charset="0"/>
              </a:rPr>
              <a:t>    } = </a:t>
            </a:r>
            <a:r>
              <a:rPr lang="en-US" dirty="0" err="1">
                <a:latin typeface="Times New Roman" panose="02020603050405020304" pitchFamily="18" charset="0"/>
                <a:cs typeface="Times New Roman" panose="02020603050405020304" pitchFamily="18" charset="0"/>
              </a:rPr>
              <a:t>useForm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defaultValues</a:t>
            </a:r>
            <a:r>
              <a:rPr lang="en-US" dirty="0">
                <a:latin typeface="Times New Roman" panose="02020603050405020304" pitchFamily="18" charset="0"/>
                <a:cs typeface="Times New Roman" panose="02020603050405020304" pitchFamily="18" charset="0"/>
              </a:rPr>
              <a:t> });</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const </a:t>
            </a:r>
            <a:r>
              <a:rPr lang="en-US" dirty="0" err="1">
                <a:latin typeface="Times New Roman" panose="02020603050405020304" pitchFamily="18" charset="0"/>
                <a:cs typeface="Times New Roman" panose="02020603050405020304" pitchFamily="18" charset="0"/>
              </a:rPr>
              <a:t>handleOnSubmit</a:t>
            </a:r>
            <a:r>
              <a:rPr lang="en-US" dirty="0">
                <a:latin typeface="Times New Roman" panose="02020603050405020304" pitchFamily="18" charset="0"/>
                <a:cs typeface="Times New Roman" panose="02020603050405020304" pitchFamily="18" charset="0"/>
              </a:rPr>
              <a:t> = () =&gt; { };</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return (</a:t>
            </a:r>
          </a:p>
          <a:p>
            <a:pPr marL="0" indent="0" algn="just">
              <a:buNone/>
            </a:pPr>
            <a:r>
              <a:rPr lang="en-US" dirty="0">
                <a:latin typeface="Times New Roman" panose="02020603050405020304" pitchFamily="18" charset="0"/>
                <a:cs typeface="Times New Roman" panose="02020603050405020304" pitchFamily="18" charset="0"/>
              </a:rPr>
              <a:t>        &lt;&gt;</a:t>
            </a:r>
          </a:p>
          <a:p>
            <a:pPr marL="0" indent="0" algn="just">
              <a:buNone/>
            </a:pPr>
            <a:r>
              <a:rPr lang="en-US" dirty="0">
                <a:latin typeface="Times New Roman" panose="02020603050405020304" pitchFamily="18" charset="0"/>
                <a:cs typeface="Times New Roman" panose="02020603050405020304" pitchFamily="18" charset="0"/>
              </a:rPr>
              <a:t>            &lt;</a:t>
            </a:r>
            <a:r>
              <a:rPr lang="en-US" dirty="0" err="1">
                <a:latin typeface="Times New Roman" panose="02020603050405020304" pitchFamily="18" charset="0"/>
                <a:cs typeface="Times New Roman" panose="02020603050405020304" pitchFamily="18" charset="0"/>
              </a:rPr>
              <a:t>ModalWrapper</a:t>
            </a:r>
            <a:r>
              <a:rPr lang="en-US" dirty="0">
                <a:latin typeface="Times New Roman" panose="02020603050405020304" pitchFamily="18" charset="0"/>
                <a:cs typeface="Times New Roman" panose="02020603050405020304" pitchFamily="18" charset="0"/>
              </a:rPr>
              <a:t> open={open} </a:t>
            </a:r>
            <a:r>
              <a:rPr lang="en-US" dirty="0" err="1">
                <a:latin typeface="Times New Roman" panose="02020603050405020304" pitchFamily="18" charset="0"/>
                <a:cs typeface="Times New Roman" panose="02020603050405020304" pitchFamily="18" charset="0"/>
              </a:rPr>
              <a:t>setOpen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setOpen</a:t>
            </a:r>
            <a:r>
              <a:rPr lang="en-US" dirty="0">
                <a:latin typeface="Times New Roman" panose="02020603050405020304" pitchFamily="18" charset="0"/>
                <a:cs typeface="Times New Roman" panose="02020603050405020304" pitchFamily="18" charset="0"/>
              </a:rPr>
              <a:t>}&gt;</a:t>
            </a:r>
          </a:p>
        </p:txBody>
      </p:sp>
      <p:sp>
        <p:nvSpPr>
          <p:cNvPr id="7" name="Title 1">
            <a:extLst>
              <a:ext uri="{FF2B5EF4-FFF2-40B4-BE49-F238E27FC236}">
                <a16:creationId xmlns:a16="http://schemas.microsoft.com/office/drawing/2014/main" id="{9ACECAE8-CFE1-1ED8-C7BA-0120E49E4BA0}"/>
              </a:ext>
            </a:extLst>
          </p:cNvPr>
          <p:cNvSpPr>
            <a:spLocks noGrp="1"/>
          </p:cNvSpPr>
          <p:nvPr>
            <p:ph type="title"/>
          </p:nvPr>
        </p:nvSpPr>
        <p:spPr>
          <a:xfrm>
            <a:off x="838200" y="365125"/>
            <a:ext cx="10515600" cy="1325563"/>
          </a:xfrm>
        </p:spPr>
        <p:txBody>
          <a:bodyPr/>
          <a:lstStyle/>
          <a:p>
            <a:r>
              <a:rPr lang="en-US" dirty="0"/>
              <a:t>                   </a:t>
            </a:r>
            <a:r>
              <a:rPr lang="en-US" b="1" dirty="0">
                <a:latin typeface="Times New Roman" panose="02020603050405020304" pitchFamily="18" charset="0"/>
                <a:cs typeface="Times New Roman" panose="02020603050405020304" pitchFamily="18" charset="0"/>
              </a:rPr>
              <a:t>SOURCE CODE(80%)</a:t>
            </a:r>
          </a:p>
        </p:txBody>
      </p:sp>
    </p:spTree>
    <p:extLst>
      <p:ext uri="{BB962C8B-B14F-4D97-AF65-F5344CB8AC3E}">
        <p14:creationId xmlns:p14="http://schemas.microsoft.com/office/powerpoint/2010/main" val="178630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D217F1B-F842-0737-23F6-1F6CB0517390}"/>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Slide Number Placeholder 4">
            <a:extLst>
              <a:ext uri="{FF2B5EF4-FFF2-40B4-BE49-F238E27FC236}">
                <a16:creationId xmlns:a16="http://schemas.microsoft.com/office/drawing/2014/main" id="{BAFE081E-9C75-BB21-74DC-023D09D8DA4D}"/>
              </a:ext>
            </a:extLst>
          </p:cNvPr>
          <p:cNvSpPr>
            <a:spLocks noGrp="1"/>
          </p:cNvSpPr>
          <p:nvPr>
            <p:ph type="sldNum" sz="quarter" idx="12"/>
          </p:nvPr>
        </p:nvSpPr>
        <p:spPr/>
        <p:txBody>
          <a:bodyPr/>
          <a:lstStyle/>
          <a:p>
            <a:fld id="{A0183BA4-7B10-4BE3-A0B2-A48721054ED6}" type="slidenum">
              <a:rPr lang="en-IN" smtClean="0"/>
              <a:pPr/>
              <a:t>16</a:t>
            </a:fld>
            <a:endParaRPr lang="en-IN"/>
          </a:p>
        </p:txBody>
      </p:sp>
      <p:sp>
        <p:nvSpPr>
          <p:cNvPr id="6" name="Content Placeholder 2">
            <a:extLst>
              <a:ext uri="{FF2B5EF4-FFF2-40B4-BE49-F238E27FC236}">
                <a16:creationId xmlns:a16="http://schemas.microsoft.com/office/drawing/2014/main" id="{E99FB33A-057C-14C2-8706-621BF11963F0}"/>
              </a:ext>
            </a:extLst>
          </p:cNvPr>
          <p:cNvSpPr>
            <a:spLocks noGrp="1"/>
          </p:cNvSpPr>
          <p:nvPr>
            <p:ph idx="1"/>
          </p:nvPr>
        </p:nvSpPr>
        <p:spPr>
          <a:xfrm>
            <a:off x="838200" y="1825625"/>
            <a:ext cx="10515600" cy="4351338"/>
          </a:xfrm>
        </p:spPr>
        <p:txBody>
          <a:bodyPr>
            <a:normAutofit fontScale="92500"/>
          </a:bodyPr>
          <a:lstStyle/>
          <a:p>
            <a:pPr marL="0" indent="0" algn="just">
              <a:buNone/>
            </a:pPr>
            <a:r>
              <a:rPr lang="en-US" dirty="0">
                <a:latin typeface="Times New Roman" panose="02020603050405020304" pitchFamily="18" charset="0"/>
                <a:cs typeface="Times New Roman" panose="02020603050405020304" pitchFamily="18" charset="0"/>
              </a:rPr>
              <a:t>&lt;form </a:t>
            </a:r>
            <a:r>
              <a:rPr lang="en-US" dirty="0" err="1">
                <a:latin typeface="Times New Roman" panose="02020603050405020304" pitchFamily="18" charset="0"/>
                <a:cs typeface="Times New Roman" panose="02020603050405020304" pitchFamily="18" charset="0"/>
              </a:rPr>
              <a:t>onSubmit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handleSubmit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handleOnSubmit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=''&gt;</a:t>
            </a:r>
          </a:p>
          <a:p>
            <a:pPr marL="0" indent="0" algn="just">
              <a:buNone/>
            </a:pPr>
            <a:r>
              <a:rPr lang="en-US" dirty="0">
                <a:latin typeface="Times New Roman" panose="02020603050405020304" pitchFamily="18" charset="0"/>
                <a:cs typeface="Times New Roman" panose="02020603050405020304" pitchFamily="18" charset="0"/>
              </a:rPr>
              <a:t>                    &lt;</a:t>
            </a:r>
            <a:r>
              <a:rPr lang="en-US" dirty="0" err="1">
                <a:latin typeface="Times New Roman" panose="02020603050405020304" pitchFamily="18" charset="0"/>
                <a:cs typeface="Times New Roman" panose="02020603050405020304" pitchFamily="18" charset="0"/>
              </a:rPr>
              <a:t>Dialog.Title</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as='h2'</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='text-base font-bold leading-6 text-gray-900 mb-4'</a:t>
            </a:r>
          </a:p>
          <a:p>
            <a:pPr marL="0" indent="0" algn="just">
              <a:buNone/>
            </a:pPr>
            <a:r>
              <a:rPr lang="en-US" dirty="0">
                <a:latin typeface="Times New Roman" panose="02020603050405020304" pitchFamily="18" charset="0"/>
                <a:cs typeface="Times New Roman" panose="02020603050405020304" pitchFamily="18" charset="0"/>
              </a:rPr>
              <a:t>                    &gt;</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userData</a:t>
            </a:r>
            <a:r>
              <a:rPr lang="en-US" dirty="0">
                <a:latin typeface="Times New Roman" panose="02020603050405020304" pitchFamily="18" charset="0"/>
                <a:cs typeface="Times New Roman" panose="02020603050405020304" pitchFamily="18" charset="0"/>
              </a:rPr>
              <a:t> ? "UPDATE PROFILE" : "ADD NEW USER"}</a:t>
            </a:r>
          </a:p>
          <a:p>
            <a:pPr marL="0" indent="0" algn="just">
              <a:buNone/>
            </a:pPr>
            <a:r>
              <a:rPr lang="en-US" dirty="0">
                <a:latin typeface="Times New Roman" panose="02020603050405020304" pitchFamily="18" charset="0"/>
                <a:cs typeface="Times New Roman" panose="02020603050405020304" pitchFamily="18" charset="0"/>
              </a:rPr>
              <a:t>                    &lt;/</a:t>
            </a:r>
            <a:r>
              <a:rPr lang="en-US" dirty="0" err="1">
                <a:latin typeface="Times New Roman" panose="02020603050405020304" pitchFamily="18" charset="0"/>
                <a:cs typeface="Times New Roman" panose="02020603050405020304" pitchFamily="18" charset="0"/>
              </a:rPr>
              <a:t>Dialog.Title</a:t>
            </a:r>
            <a:r>
              <a:rPr lang="en-US" dirty="0">
                <a:latin typeface="Times New Roman" panose="02020603050405020304" pitchFamily="18" charset="0"/>
                <a:cs typeface="Times New Roman" panose="02020603050405020304" pitchFamily="18" charset="0"/>
              </a:rPr>
              <a:t>&gt;</a:t>
            </a:r>
          </a:p>
          <a:p>
            <a:pPr marL="0" indent="0" algn="just">
              <a:buNone/>
            </a:pPr>
            <a:r>
              <a:rPr lang="en-US" dirty="0">
                <a:latin typeface="Times New Roman" panose="02020603050405020304" pitchFamily="18" charset="0"/>
                <a:cs typeface="Times New Roman" panose="02020603050405020304" pitchFamily="18" charset="0"/>
              </a:rPr>
              <a:t>                    &lt;div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='mt-2 flex flex-col gap-6'&gt;</a:t>
            </a:r>
          </a:p>
          <a:p>
            <a:pPr marL="0" indent="0" algn="just">
              <a:buNone/>
            </a:pPr>
            <a:r>
              <a:rPr lang="en-US" dirty="0">
                <a:latin typeface="Times New Roman" panose="02020603050405020304" pitchFamily="18" charset="0"/>
                <a:cs typeface="Times New Roman" panose="02020603050405020304" pitchFamily="18" charset="0"/>
              </a:rPr>
              <a:t>                        &lt;Textbox</a:t>
            </a:r>
          </a:p>
        </p:txBody>
      </p:sp>
      <p:sp>
        <p:nvSpPr>
          <p:cNvPr id="7" name="Title 1">
            <a:extLst>
              <a:ext uri="{FF2B5EF4-FFF2-40B4-BE49-F238E27FC236}">
                <a16:creationId xmlns:a16="http://schemas.microsoft.com/office/drawing/2014/main" id="{6A1BC289-24D1-607B-393D-54A2D1723D4D}"/>
              </a:ext>
            </a:extLst>
          </p:cNvPr>
          <p:cNvSpPr>
            <a:spLocks noGrp="1"/>
          </p:cNvSpPr>
          <p:nvPr>
            <p:ph type="title"/>
          </p:nvPr>
        </p:nvSpPr>
        <p:spPr>
          <a:xfrm>
            <a:off x="838200" y="365125"/>
            <a:ext cx="10515600" cy="1325563"/>
          </a:xfrm>
        </p:spPr>
        <p:txBody>
          <a:bodyPr/>
          <a:lstStyle/>
          <a:p>
            <a:r>
              <a:rPr lang="en-US" dirty="0"/>
              <a:t>                   </a:t>
            </a:r>
            <a:r>
              <a:rPr lang="en-US" b="1" dirty="0">
                <a:latin typeface="Times New Roman" panose="02020603050405020304" pitchFamily="18" charset="0"/>
                <a:cs typeface="Times New Roman" panose="02020603050405020304" pitchFamily="18" charset="0"/>
              </a:rPr>
              <a:t>SOURCE CODE(80%)</a:t>
            </a:r>
          </a:p>
        </p:txBody>
      </p:sp>
    </p:spTree>
    <p:extLst>
      <p:ext uri="{BB962C8B-B14F-4D97-AF65-F5344CB8AC3E}">
        <p14:creationId xmlns:p14="http://schemas.microsoft.com/office/powerpoint/2010/main" val="3353495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2D8FF69-E645-B149-E0B1-CDCDB1F0B0B4}"/>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Slide Number Placeholder 4">
            <a:extLst>
              <a:ext uri="{FF2B5EF4-FFF2-40B4-BE49-F238E27FC236}">
                <a16:creationId xmlns:a16="http://schemas.microsoft.com/office/drawing/2014/main" id="{22D8979C-18FF-3107-1429-E284D2182EEB}"/>
              </a:ext>
            </a:extLst>
          </p:cNvPr>
          <p:cNvSpPr>
            <a:spLocks noGrp="1"/>
          </p:cNvSpPr>
          <p:nvPr>
            <p:ph type="sldNum" sz="quarter" idx="12"/>
          </p:nvPr>
        </p:nvSpPr>
        <p:spPr/>
        <p:txBody>
          <a:bodyPr/>
          <a:lstStyle/>
          <a:p>
            <a:fld id="{A0183BA4-7B10-4BE3-A0B2-A48721054ED6}" type="slidenum">
              <a:rPr lang="en-IN" smtClean="0"/>
              <a:pPr/>
              <a:t>17</a:t>
            </a:fld>
            <a:endParaRPr lang="en-IN"/>
          </a:p>
        </p:txBody>
      </p:sp>
      <p:sp>
        <p:nvSpPr>
          <p:cNvPr id="6" name="Content Placeholder 2">
            <a:extLst>
              <a:ext uri="{FF2B5EF4-FFF2-40B4-BE49-F238E27FC236}">
                <a16:creationId xmlns:a16="http://schemas.microsoft.com/office/drawing/2014/main" id="{E3EC142E-15A1-072E-05A3-F76E2B260454}"/>
              </a:ext>
            </a:extLst>
          </p:cNvPr>
          <p:cNvSpPr>
            <a:spLocks noGrp="1"/>
          </p:cNvSpPr>
          <p:nvPr>
            <p:ph idx="1"/>
          </p:nvPr>
        </p:nvSpPr>
        <p:spPr>
          <a:xfrm>
            <a:off x="838200" y="1825625"/>
            <a:ext cx="10515600" cy="4351338"/>
          </a:xfrm>
        </p:spPr>
        <p:txBody>
          <a:bodyPr/>
          <a:lstStyle/>
          <a:p>
            <a:pPr marL="0" indent="0" algn="just">
              <a:buNone/>
            </a:pPr>
            <a:r>
              <a:rPr lang="en-US" dirty="0">
                <a:latin typeface="Times New Roman" panose="02020603050405020304" pitchFamily="18" charset="0"/>
                <a:cs typeface="Times New Roman" panose="02020603050405020304" pitchFamily="18" charset="0"/>
              </a:rPr>
              <a:t>placeholder='Full name'</a:t>
            </a:r>
          </a:p>
          <a:p>
            <a:pPr marL="0" indent="0" algn="just">
              <a:buNone/>
            </a:pPr>
            <a:r>
              <a:rPr lang="en-US" dirty="0">
                <a:latin typeface="Times New Roman" panose="02020603050405020304" pitchFamily="18" charset="0"/>
                <a:cs typeface="Times New Roman" panose="02020603050405020304" pitchFamily="18" charset="0"/>
              </a:rPr>
              <a:t>                            type='text'</a:t>
            </a:r>
          </a:p>
          <a:p>
            <a:pPr marL="0" indent="0" algn="just">
              <a:buNone/>
            </a:pPr>
            <a:r>
              <a:rPr lang="en-US" dirty="0">
                <a:latin typeface="Times New Roman" panose="02020603050405020304" pitchFamily="18" charset="0"/>
                <a:cs typeface="Times New Roman" panose="02020603050405020304" pitchFamily="18" charset="0"/>
              </a:rPr>
              <a:t>                            name='name'</a:t>
            </a:r>
          </a:p>
          <a:p>
            <a:pPr marL="0" indent="0" algn="just">
              <a:buNone/>
            </a:pPr>
            <a:r>
              <a:rPr lang="en-US" dirty="0">
                <a:latin typeface="Times New Roman" panose="02020603050405020304" pitchFamily="18" charset="0"/>
                <a:cs typeface="Times New Roman" panose="02020603050405020304" pitchFamily="18" charset="0"/>
              </a:rPr>
              <a:t>                            label='Full Name'</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='w-full rounded'</a:t>
            </a:r>
          </a:p>
          <a:p>
            <a:pPr marL="0" indent="0" algn="just">
              <a:buNone/>
            </a:pPr>
            <a:r>
              <a:rPr lang="en-US" dirty="0">
                <a:latin typeface="Times New Roman" panose="02020603050405020304" pitchFamily="18" charset="0"/>
                <a:cs typeface="Times New Roman" panose="02020603050405020304" pitchFamily="18" charset="0"/>
              </a:rPr>
              <a:t>                            register={register("name", {</a:t>
            </a:r>
          </a:p>
          <a:p>
            <a:pPr marL="0" indent="0" algn="just">
              <a:buNone/>
            </a:pPr>
            <a:r>
              <a:rPr lang="en-US" dirty="0">
                <a:latin typeface="Times New Roman" panose="02020603050405020304" pitchFamily="18" charset="0"/>
                <a:cs typeface="Times New Roman" panose="02020603050405020304" pitchFamily="18" charset="0"/>
              </a:rPr>
              <a:t>                                required: "Full name is required!",</a:t>
            </a:r>
          </a:p>
          <a:p>
            <a:pPr marL="0" indent="0" algn="just">
              <a:buNone/>
            </a:pPr>
            <a:r>
              <a:rPr lang="en-US" dirty="0">
                <a:latin typeface="Times New Roman" panose="02020603050405020304" pitchFamily="18" charset="0"/>
                <a:cs typeface="Times New Roman" panose="02020603050405020304" pitchFamily="18" charset="0"/>
              </a:rPr>
              <a:t>                            })}</a:t>
            </a:r>
          </a:p>
        </p:txBody>
      </p:sp>
      <p:sp>
        <p:nvSpPr>
          <p:cNvPr id="7" name="Title 1">
            <a:extLst>
              <a:ext uri="{FF2B5EF4-FFF2-40B4-BE49-F238E27FC236}">
                <a16:creationId xmlns:a16="http://schemas.microsoft.com/office/drawing/2014/main" id="{7A58185A-3F35-677A-7143-D27F9B8124D2}"/>
              </a:ext>
            </a:extLst>
          </p:cNvPr>
          <p:cNvSpPr>
            <a:spLocks noGrp="1"/>
          </p:cNvSpPr>
          <p:nvPr>
            <p:ph type="title"/>
          </p:nvPr>
        </p:nvSpPr>
        <p:spPr>
          <a:xfrm>
            <a:off x="838200" y="365125"/>
            <a:ext cx="10515600" cy="1325563"/>
          </a:xfrm>
        </p:spPr>
        <p:txBody>
          <a:bodyPr/>
          <a:lstStyle/>
          <a:p>
            <a:r>
              <a:rPr lang="en-US" dirty="0"/>
              <a:t>                   </a:t>
            </a:r>
            <a:r>
              <a:rPr lang="en-US" b="1" dirty="0">
                <a:latin typeface="Times New Roman" panose="02020603050405020304" pitchFamily="18" charset="0"/>
                <a:cs typeface="Times New Roman" panose="02020603050405020304" pitchFamily="18" charset="0"/>
              </a:rPr>
              <a:t>SOURCE CODE(80%)</a:t>
            </a:r>
          </a:p>
        </p:txBody>
      </p:sp>
    </p:spTree>
    <p:extLst>
      <p:ext uri="{BB962C8B-B14F-4D97-AF65-F5344CB8AC3E}">
        <p14:creationId xmlns:p14="http://schemas.microsoft.com/office/powerpoint/2010/main" val="2459550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CA08A8F-343F-E660-8854-C516D14993DD}"/>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Slide Number Placeholder 4">
            <a:extLst>
              <a:ext uri="{FF2B5EF4-FFF2-40B4-BE49-F238E27FC236}">
                <a16:creationId xmlns:a16="http://schemas.microsoft.com/office/drawing/2014/main" id="{E43670E7-217E-D9A5-0631-9A78F5022A16}"/>
              </a:ext>
            </a:extLst>
          </p:cNvPr>
          <p:cNvSpPr>
            <a:spLocks noGrp="1"/>
          </p:cNvSpPr>
          <p:nvPr>
            <p:ph type="sldNum" sz="quarter" idx="12"/>
          </p:nvPr>
        </p:nvSpPr>
        <p:spPr/>
        <p:txBody>
          <a:bodyPr/>
          <a:lstStyle/>
          <a:p>
            <a:fld id="{A0183BA4-7B10-4BE3-A0B2-A48721054ED6}" type="slidenum">
              <a:rPr lang="en-IN" smtClean="0"/>
              <a:pPr/>
              <a:t>18</a:t>
            </a:fld>
            <a:endParaRPr lang="en-IN"/>
          </a:p>
        </p:txBody>
      </p:sp>
      <p:sp>
        <p:nvSpPr>
          <p:cNvPr id="6" name="Content Placeholder 2">
            <a:extLst>
              <a:ext uri="{FF2B5EF4-FFF2-40B4-BE49-F238E27FC236}">
                <a16:creationId xmlns:a16="http://schemas.microsoft.com/office/drawing/2014/main" id="{D40EA0E1-0A5C-71D4-DCD3-59F677D2ACAF}"/>
              </a:ext>
            </a:extLst>
          </p:cNvPr>
          <p:cNvSpPr>
            <a:spLocks noGrp="1"/>
          </p:cNvSpPr>
          <p:nvPr>
            <p:ph idx="1"/>
          </p:nvPr>
        </p:nvSpPr>
        <p:spPr>
          <a:xfrm>
            <a:off x="838200" y="1825625"/>
            <a:ext cx="10515600" cy="4351338"/>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error={errors.name ? </a:t>
            </a:r>
            <a:r>
              <a:rPr lang="en-US" dirty="0" err="1">
                <a:latin typeface="Times New Roman" panose="02020603050405020304" pitchFamily="18" charset="0"/>
                <a:cs typeface="Times New Roman" panose="02020603050405020304" pitchFamily="18" charset="0"/>
              </a:rPr>
              <a:t>errors.name.message</a:t>
            </a:r>
            <a:r>
              <a:rPr lang="en-US" dirty="0">
                <a:latin typeface="Times New Roman" panose="02020603050405020304" pitchFamily="18" charset="0"/>
                <a:cs typeface="Times New Roman" panose="02020603050405020304" pitchFamily="18" charset="0"/>
              </a:rPr>
              <a:t> : ""}</a:t>
            </a:r>
          </a:p>
          <a:p>
            <a:pPr marL="0" indent="0" algn="just">
              <a:buNone/>
            </a:pPr>
            <a:r>
              <a:rPr lang="en-US" dirty="0">
                <a:latin typeface="Times New Roman" panose="02020603050405020304" pitchFamily="18" charset="0"/>
                <a:cs typeface="Times New Roman" panose="02020603050405020304" pitchFamily="18" charset="0"/>
              </a:rPr>
              <a:t>                        /&gt;</a:t>
            </a:r>
          </a:p>
          <a:p>
            <a:pPr marL="0" indent="0" algn="just">
              <a:buNone/>
            </a:pPr>
            <a:r>
              <a:rPr lang="en-US" dirty="0">
                <a:latin typeface="Times New Roman" panose="02020603050405020304" pitchFamily="18" charset="0"/>
                <a:cs typeface="Times New Roman" panose="02020603050405020304" pitchFamily="18" charset="0"/>
              </a:rPr>
              <a:t>                        &lt;Textbox</a:t>
            </a:r>
          </a:p>
          <a:p>
            <a:pPr marL="0" indent="0" algn="just">
              <a:buNone/>
            </a:pPr>
            <a:r>
              <a:rPr lang="en-US" dirty="0">
                <a:latin typeface="Times New Roman" panose="02020603050405020304" pitchFamily="18" charset="0"/>
                <a:cs typeface="Times New Roman" panose="02020603050405020304" pitchFamily="18" charset="0"/>
              </a:rPr>
              <a:t>                            placeholder='Title'</a:t>
            </a:r>
          </a:p>
          <a:p>
            <a:pPr marL="0" indent="0" algn="just">
              <a:buNone/>
            </a:pPr>
            <a:r>
              <a:rPr lang="en-US" dirty="0">
                <a:latin typeface="Times New Roman" panose="02020603050405020304" pitchFamily="18" charset="0"/>
                <a:cs typeface="Times New Roman" panose="02020603050405020304" pitchFamily="18" charset="0"/>
              </a:rPr>
              <a:t>                            type='text'</a:t>
            </a:r>
          </a:p>
          <a:p>
            <a:pPr marL="0" indent="0" algn="just">
              <a:buNone/>
            </a:pPr>
            <a:r>
              <a:rPr lang="en-US" dirty="0">
                <a:latin typeface="Times New Roman" panose="02020603050405020304" pitchFamily="18" charset="0"/>
                <a:cs typeface="Times New Roman" panose="02020603050405020304" pitchFamily="18" charset="0"/>
              </a:rPr>
              <a:t>                            name='title'</a:t>
            </a:r>
          </a:p>
          <a:p>
            <a:pPr marL="0" indent="0" algn="just">
              <a:buNone/>
            </a:pPr>
            <a:r>
              <a:rPr lang="en-US" dirty="0">
                <a:latin typeface="Times New Roman" panose="02020603050405020304" pitchFamily="18" charset="0"/>
                <a:cs typeface="Times New Roman" panose="02020603050405020304" pitchFamily="18" charset="0"/>
              </a:rPr>
              <a:t>                            label='Title'</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='w-full rounded'</a:t>
            </a:r>
          </a:p>
          <a:p>
            <a:pPr marL="0" indent="0" algn="just">
              <a:buNone/>
            </a:pPr>
            <a:r>
              <a:rPr lang="en-US" dirty="0">
                <a:latin typeface="Times New Roman" panose="02020603050405020304" pitchFamily="18" charset="0"/>
                <a:cs typeface="Times New Roman" panose="02020603050405020304" pitchFamily="18" charset="0"/>
              </a:rPr>
              <a:t>                            register={register("title", {</a:t>
            </a:r>
          </a:p>
        </p:txBody>
      </p:sp>
      <p:sp>
        <p:nvSpPr>
          <p:cNvPr id="7" name="Title 1">
            <a:extLst>
              <a:ext uri="{FF2B5EF4-FFF2-40B4-BE49-F238E27FC236}">
                <a16:creationId xmlns:a16="http://schemas.microsoft.com/office/drawing/2014/main" id="{91BD448A-1244-E1E8-280E-D69FA6B9D374}"/>
              </a:ext>
            </a:extLst>
          </p:cNvPr>
          <p:cNvSpPr>
            <a:spLocks noGrp="1"/>
          </p:cNvSpPr>
          <p:nvPr>
            <p:ph type="title"/>
          </p:nvPr>
        </p:nvSpPr>
        <p:spPr>
          <a:xfrm>
            <a:off x="838200" y="365125"/>
            <a:ext cx="10515600" cy="1325563"/>
          </a:xfrm>
        </p:spPr>
        <p:txBody>
          <a:bodyPr/>
          <a:lstStyle/>
          <a:p>
            <a:r>
              <a:rPr lang="en-US" dirty="0"/>
              <a:t>                   </a:t>
            </a:r>
            <a:r>
              <a:rPr lang="en-US" b="1" dirty="0">
                <a:latin typeface="Times New Roman" panose="02020603050405020304" pitchFamily="18" charset="0"/>
                <a:cs typeface="Times New Roman" panose="02020603050405020304" pitchFamily="18" charset="0"/>
              </a:rPr>
              <a:t>SOURCE CODE(80%)</a:t>
            </a:r>
          </a:p>
        </p:txBody>
      </p:sp>
    </p:spTree>
    <p:extLst>
      <p:ext uri="{BB962C8B-B14F-4D97-AF65-F5344CB8AC3E}">
        <p14:creationId xmlns:p14="http://schemas.microsoft.com/office/powerpoint/2010/main" val="4140275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F595AEA-BC98-E5D9-05D9-25658DDBE681}"/>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Slide Number Placeholder 4">
            <a:extLst>
              <a:ext uri="{FF2B5EF4-FFF2-40B4-BE49-F238E27FC236}">
                <a16:creationId xmlns:a16="http://schemas.microsoft.com/office/drawing/2014/main" id="{EDE34AD1-78AC-9605-93E1-EBC3E0604564}"/>
              </a:ext>
            </a:extLst>
          </p:cNvPr>
          <p:cNvSpPr>
            <a:spLocks noGrp="1"/>
          </p:cNvSpPr>
          <p:nvPr>
            <p:ph type="sldNum" sz="quarter" idx="12"/>
          </p:nvPr>
        </p:nvSpPr>
        <p:spPr/>
        <p:txBody>
          <a:bodyPr/>
          <a:lstStyle/>
          <a:p>
            <a:fld id="{A0183BA4-7B10-4BE3-A0B2-A48721054ED6}" type="slidenum">
              <a:rPr lang="en-IN" smtClean="0"/>
              <a:pPr/>
              <a:t>19</a:t>
            </a:fld>
            <a:endParaRPr lang="en-IN"/>
          </a:p>
        </p:txBody>
      </p:sp>
      <p:sp>
        <p:nvSpPr>
          <p:cNvPr id="6" name="Content Placeholder 2">
            <a:extLst>
              <a:ext uri="{FF2B5EF4-FFF2-40B4-BE49-F238E27FC236}">
                <a16:creationId xmlns:a16="http://schemas.microsoft.com/office/drawing/2014/main" id="{41ABFA06-A640-9639-9EE0-D556EEB57DAE}"/>
              </a:ext>
            </a:extLst>
          </p:cNvPr>
          <p:cNvSpPr>
            <a:spLocks noGrp="1"/>
          </p:cNvSpPr>
          <p:nvPr>
            <p:ph idx="1"/>
          </p:nvPr>
        </p:nvSpPr>
        <p:spPr>
          <a:xfrm>
            <a:off x="838200" y="1825625"/>
            <a:ext cx="10515600" cy="4351338"/>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 required: "Title is required!",</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error={</a:t>
            </a:r>
            <a:r>
              <a:rPr lang="en-US" dirty="0" err="1">
                <a:latin typeface="Times New Roman" panose="02020603050405020304" pitchFamily="18" charset="0"/>
                <a:cs typeface="Times New Roman" panose="02020603050405020304" pitchFamily="18" charset="0"/>
              </a:rPr>
              <a:t>errors.title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errors.title.message</a:t>
            </a:r>
            <a:r>
              <a:rPr lang="en-US" dirty="0">
                <a:latin typeface="Times New Roman" panose="02020603050405020304" pitchFamily="18" charset="0"/>
                <a:cs typeface="Times New Roman" panose="02020603050405020304" pitchFamily="18" charset="0"/>
              </a:rPr>
              <a:t> : ""}</a:t>
            </a:r>
          </a:p>
          <a:p>
            <a:pPr marL="0" indent="0" algn="just">
              <a:buNone/>
            </a:pPr>
            <a:r>
              <a:rPr lang="en-US" dirty="0">
                <a:latin typeface="Times New Roman" panose="02020603050405020304" pitchFamily="18" charset="0"/>
                <a:cs typeface="Times New Roman" panose="02020603050405020304" pitchFamily="18" charset="0"/>
              </a:rPr>
              <a:t>                        /&gt;</a:t>
            </a:r>
          </a:p>
          <a:p>
            <a:pPr marL="0" indent="0" algn="just">
              <a:buNone/>
            </a:pPr>
            <a:r>
              <a:rPr lang="en-US" dirty="0">
                <a:latin typeface="Times New Roman" panose="02020603050405020304" pitchFamily="18" charset="0"/>
                <a:cs typeface="Times New Roman" panose="02020603050405020304" pitchFamily="18" charset="0"/>
              </a:rPr>
              <a:t>                        &lt;Textbox</a:t>
            </a:r>
          </a:p>
          <a:p>
            <a:pPr marL="0" indent="0" algn="just">
              <a:buNone/>
            </a:pPr>
            <a:r>
              <a:rPr lang="en-US" dirty="0">
                <a:latin typeface="Times New Roman" panose="02020603050405020304" pitchFamily="18" charset="0"/>
                <a:cs typeface="Times New Roman" panose="02020603050405020304" pitchFamily="18" charset="0"/>
              </a:rPr>
              <a:t>                            placeholder='Email Address'</a:t>
            </a:r>
          </a:p>
          <a:p>
            <a:pPr marL="0" indent="0" algn="just">
              <a:buNone/>
            </a:pPr>
            <a:r>
              <a:rPr lang="en-US" dirty="0">
                <a:latin typeface="Times New Roman" panose="02020603050405020304" pitchFamily="18" charset="0"/>
                <a:cs typeface="Times New Roman" panose="02020603050405020304" pitchFamily="18" charset="0"/>
              </a:rPr>
              <a:t>                            type='email'</a:t>
            </a:r>
          </a:p>
          <a:p>
            <a:pPr marL="0" indent="0" algn="just">
              <a:buNone/>
            </a:pPr>
            <a:r>
              <a:rPr lang="en-US" dirty="0">
                <a:latin typeface="Times New Roman" panose="02020603050405020304" pitchFamily="18" charset="0"/>
                <a:cs typeface="Times New Roman" panose="02020603050405020304" pitchFamily="18" charset="0"/>
              </a:rPr>
              <a:t>                            name='email'</a:t>
            </a:r>
          </a:p>
          <a:p>
            <a:pPr marL="0" indent="0" algn="just">
              <a:buNone/>
            </a:pPr>
            <a:r>
              <a:rPr lang="en-US" dirty="0">
                <a:latin typeface="Times New Roman" panose="02020603050405020304" pitchFamily="18" charset="0"/>
                <a:cs typeface="Times New Roman" panose="02020603050405020304" pitchFamily="18" charset="0"/>
              </a:rPr>
              <a:t>                            label='Email Address'</a:t>
            </a:r>
          </a:p>
        </p:txBody>
      </p:sp>
      <p:sp>
        <p:nvSpPr>
          <p:cNvPr id="7" name="Title 1">
            <a:extLst>
              <a:ext uri="{FF2B5EF4-FFF2-40B4-BE49-F238E27FC236}">
                <a16:creationId xmlns:a16="http://schemas.microsoft.com/office/drawing/2014/main" id="{1D41A4BB-9577-EF9D-FD0D-35F043A04969}"/>
              </a:ext>
            </a:extLst>
          </p:cNvPr>
          <p:cNvSpPr>
            <a:spLocks noGrp="1"/>
          </p:cNvSpPr>
          <p:nvPr>
            <p:ph type="title"/>
          </p:nvPr>
        </p:nvSpPr>
        <p:spPr>
          <a:xfrm>
            <a:off x="838200" y="365125"/>
            <a:ext cx="10515600" cy="1325563"/>
          </a:xfrm>
        </p:spPr>
        <p:txBody>
          <a:bodyPr/>
          <a:lstStyle/>
          <a:p>
            <a:r>
              <a:rPr lang="en-US" dirty="0"/>
              <a:t>                   </a:t>
            </a:r>
            <a:r>
              <a:rPr lang="en-US" b="1" dirty="0">
                <a:latin typeface="Times New Roman" panose="02020603050405020304" pitchFamily="18" charset="0"/>
                <a:cs typeface="Times New Roman" panose="02020603050405020304" pitchFamily="18" charset="0"/>
              </a:rPr>
              <a:t>SOURCE CODE(80%)</a:t>
            </a:r>
          </a:p>
        </p:txBody>
      </p:sp>
    </p:spTree>
    <p:extLst>
      <p:ext uri="{BB962C8B-B14F-4D97-AF65-F5344CB8AC3E}">
        <p14:creationId xmlns:p14="http://schemas.microsoft.com/office/powerpoint/2010/main" val="3400038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2CA1D16-088E-73EE-F91B-EC08405926B7}"/>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Slide Number Placeholder 4">
            <a:extLst>
              <a:ext uri="{FF2B5EF4-FFF2-40B4-BE49-F238E27FC236}">
                <a16:creationId xmlns:a16="http://schemas.microsoft.com/office/drawing/2014/main" id="{B2F49290-94C1-C0C8-F5B8-61058EC93808}"/>
              </a:ext>
            </a:extLst>
          </p:cNvPr>
          <p:cNvSpPr>
            <a:spLocks noGrp="1"/>
          </p:cNvSpPr>
          <p:nvPr>
            <p:ph type="sldNum" sz="quarter" idx="12"/>
          </p:nvPr>
        </p:nvSpPr>
        <p:spPr/>
        <p:txBody>
          <a:bodyPr/>
          <a:lstStyle/>
          <a:p>
            <a:fld id="{A0183BA4-7B10-4BE3-A0B2-A48721054ED6}" type="slidenum">
              <a:rPr lang="en-IN" smtClean="0"/>
              <a:pPr/>
              <a:t>20</a:t>
            </a:fld>
            <a:endParaRPr lang="en-IN"/>
          </a:p>
        </p:txBody>
      </p:sp>
      <p:sp>
        <p:nvSpPr>
          <p:cNvPr id="6" name="Content Placeholder 2">
            <a:extLst>
              <a:ext uri="{FF2B5EF4-FFF2-40B4-BE49-F238E27FC236}">
                <a16:creationId xmlns:a16="http://schemas.microsoft.com/office/drawing/2014/main" id="{3AF2906C-F23F-E0D0-8C9D-085CBC760166}"/>
              </a:ext>
            </a:extLst>
          </p:cNvPr>
          <p:cNvSpPr>
            <a:spLocks noGrp="1"/>
          </p:cNvSpPr>
          <p:nvPr>
            <p:ph idx="1"/>
          </p:nvPr>
        </p:nvSpPr>
        <p:spPr>
          <a:xfrm>
            <a:off x="838200" y="1825625"/>
            <a:ext cx="10515600" cy="4351338"/>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='w-full rounded'</a:t>
            </a:r>
          </a:p>
          <a:p>
            <a:pPr marL="0" indent="0" algn="just">
              <a:buNone/>
            </a:pPr>
            <a:r>
              <a:rPr lang="en-US" dirty="0">
                <a:latin typeface="Times New Roman" panose="02020603050405020304" pitchFamily="18" charset="0"/>
                <a:cs typeface="Times New Roman" panose="02020603050405020304" pitchFamily="18" charset="0"/>
              </a:rPr>
              <a:t>                            register={register("email", {</a:t>
            </a:r>
          </a:p>
          <a:p>
            <a:pPr marL="0" indent="0" algn="just">
              <a:buNone/>
            </a:pPr>
            <a:r>
              <a:rPr lang="en-US" dirty="0">
                <a:latin typeface="Times New Roman" panose="02020603050405020304" pitchFamily="18" charset="0"/>
                <a:cs typeface="Times New Roman" panose="02020603050405020304" pitchFamily="18" charset="0"/>
              </a:rPr>
              <a:t>                                required: "Email Address is required!",</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error={</a:t>
            </a:r>
            <a:r>
              <a:rPr lang="en-US" dirty="0" err="1">
                <a:latin typeface="Times New Roman" panose="02020603050405020304" pitchFamily="18" charset="0"/>
                <a:cs typeface="Times New Roman" panose="02020603050405020304" pitchFamily="18" charset="0"/>
              </a:rPr>
              <a:t>errors.email</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errors.email.message</a:t>
            </a:r>
            <a:r>
              <a:rPr lang="en-US" dirty="0">
                <a:latin typeface="Times New Roman" panose="02020603050405020304" pitchFamily="18" charset="0"/>
                <a:cs typeface="Times New Roman" panose="02020603050405020304" pitchFamily="18" charset="0"/>
              </a:rPr>
              <a:t> : ""}</a:t>
            </a:r>
          </a:p>
          <a:p>
            <a:pPr marL="0" indent="0" algn="just">
              <a:buNone/>
            </a:pPr>
            <a:r>
              <a:rPr lang="en-US" dirty="0">
                <a:latin typeface="Times New Roman" panose="02020603050405020304" pitchFamily="18" charset="0"/>
                <a:cs typeface="Times New Roman" panose="02020603050405020304" pitchFamily="18" charset="0"/>
              </a:rPr>
              <a:t>                        /&gt;</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&lt;Textbox</a:t>
            </a:r>
          </a:p>
          <a:p>
            <a:pPr marL="0" indent="0" algn="just">
              <a:buNone/>
            </a:pPr>
            <a:r>
              <a:rPr lang="en-US" dirty="0">
                <a:latin typeface="Times New Roman" panose="02020603050405020304" pitchFamily="18" charset="0"/>
                <a:cs typeface="Times New Roman" panose="02020603050405020304" pitchFamily="18" charset="0"/>
              </a:rPr>
              <a:t>                            placeholder='Role'</a:t>
            </a:r>
          </a:p>
          <a:p>
            <a:pPr marL="0" indent="0" algn="just">
              <a:buNone/>
            </a:pPr>
            <a:r>
              <a:rPr lang="en-US" dirty="0">
                <a:latin typeface="Times New Roman" panose="02020603050405020304" pitchFamily="18" charset="0"/>
                <a:cs typeface="Times New Roman" panose="02020603050405020304" pitchFamily="18" charset="0"/>
              </a:rPr>
              <a:t>                            type='text'</a:t>
            </a:r>
          </a:p>
        </p:txBody>
      </p:sp>
      <p:sp>
        <p:nvSpPr>
          <p:cNvPr id="7" name="Title 1">
            <a:extLst>
              <a:ext uri="{FF2B5EF4-FFF2-40B4-BE49-F238E27FC236}">
                <a16:creationId xmlns:a16="http://schemas.microsoft.com/office/drawing/2014/main" id="{123D0D73-06B0-A175-93DD-16EF1BF41136}"/>
              </a:ext>
            </a:extLst>
          </p:cNvPr>
          <p:cNvSpPr>
            <a:spLocks noGrp="1"/>
          </p:cNvSpPr>
          <p:nvPr>
            <p:ph type="title"/>
          </p:nvPr>
        </p:nvSpPr>
        <p:spPr>
          <a:xfrm>
            <a:off x="838200" y="365125"/>
            <a:ext cx="10515600" cy="1325563"/>
          </a:xfrm>
        </p:spPr>
        <p:txBody>
          <a:bodyPr/>
          <a:lstStyle/>
          <a:p>
            <a:r>
              <a:rPr lang="en-US" dirty="0"/>
              <a:t>                   </a:t>
            </a:r>
            <a:r>
              <a:rPr lang="en-US" b="1" dirty="0">
                <a:latin typeface="Times New Roman" panose="02020603050405020304" pitchFamily="18" charset="0"/>
                <a:cs typeface="Times New Roman" panose="02020603050405020304" pitchFamily="18" charset="0"/>
              </a:rPr>
              <a:t>SOURCE CODE(80%)</a:t>
            </a:r>
          </a:p>
        </p:txBody>
      </p:sp>
    </p:spTree>
    <p:extLst>
      <p:ext uri="{BB962C8B-B14F-4D97-AF65-F5344CB8AC3E}">
        <p14:creationId xmlns:p14="http://schemas.microsoft.com/office/powerpoint/2010/main" val="1802887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A1689B9-48E7-8FF3-93BE-1C469D29959B}"/>
              </a:ext>
            </a:extLst>
          </p:cNvPr>
          <p:cNvSpPr>
            <a:spLocks noGrp="1"/>
          </p:cNvSpPr>
          <p:nvPr>
            <p:ph type="dt" sz="half" idx="10"/>
          </p:nvPr>
        </p:nvSpPr>
        <p:spPr/>
        <p:txBody>
          <a:bodyPr/>
          <a:lstStyle/>
          <a:p>
            <a:fld id="{784BDB05-E2D4-4D29-8882-DE25842599A2}" type="datetime1">
              <a:rPr lang="en-IN" smtClean="0"/>
              <a:pPr/>
              <a:t>20-02-2026</a:t>
            </a:fld>
            <a:endParaRPr lang="en-IN"/>
          </a:p>
        </p:txBody>
      </p:sp>
      <p:sp>
        <p:nvSpPr>
          <p:cNvPr id="5" name="Slide Number Placeholder 4">
            <a:extLst>
              <a:ext uri="{FF2B5EF4-FFF2-40B4-BE49-F238E27FC236}">
                <a16:creationId xmlns:a16="http://schemas.microsoft.com/office/drawing/2014/main" id="{1A8C5A37-A200-79F3-DA58-72F457AD72AE}"/>
              </a:ext>
            </a:extLst>
          </p:cNvPr>
          <p:cNvSpPr>
            <a:spLocks noGrp="1"/>
          </p:cNvSpPr>
          <p:nvPr>
            <p:ph type="sldNum" sz="quarter" idx="12"/>
          </p:nvPr>
        </p:nvSpPr>
        <p:spPr/>
        <p:txBody>
          <a:bodyPr/>
          <a:lstStyle/>
          <a:p>
            <a:fld id="{A0183BA4-7B10-4BE3-A0B2-A48721054ED6}" type="slidenum">
              <a:rPr lang="en-IN" smtClean="0"/>
              <a:pPr/>
              <a:t>21</a:t>
            </a:fld>
            <a:endParaRPr lang="en-IN"/>
          </a:p>
        </p:txBody>
      </p:sp>
      <p:sp>
        <p:nvSpPr>
          <p:cNvPr id="6" name="Content Placeholder 2">
            <a:extLst>
              <a:ext uri="{FF2B5EF4-FFF2-40B4-BE49-F238E27FC236}">
                <a16:creationId xmlns:a16="http://schemas.microsoft.com/office/drawing/2014/main" id="{454B5921-938D-6B8E-856F-BC74E54EB89B}"/>
              </a:ext>
            </a:extLst>
          </p:cNvPr>
          <p:cNvSpPr>
            <a:spLocks noGrp="1"/>
          </p:cNvSpPr>
          <p:nvPr>
            <p:ph idx="1"/>
          </p:nvPr>
        </p:nvSpPr>
        <p:spPr>
          <a:xfrm>
            <a:off x="838200" y="1825625"/>
            <a:ext cx="10515600" cy="4351338"/>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 name='role'</a:t>
            </a:r>
          </a:p>
          <a:p>
            <a:pPr marL="0" indent="0" algn="just">
              <a:buNone/>
            </a:pPr>
            <a:r>
              <a:rPr lang="en-US" dirty="0">
                <a:latin typeface="Times New Roman" panose="02020603050405020304" pitchFamily="18" charset="0"/>
                <a:cs typeface="Times New Roman" panose="02020603050405020304" pitchFamily="18" charset="0"/>
              </a:rPr>
              <a:t>                            label='Role'</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='w-full rounded'</a:t>
            </a:r>
          </a:p>
          <a:p>
            <a:pPr marL="0" indent="0" algn="just">
              <a:buNone/>
            </a:pPr>
            <a:r>
              <a:rPr lang="en-US" dirty="0">
                <a:latin typeface="Times New Roman" panose="02020603050405020304" pitchFamily="18" charset="0"/>
                <a:cs typeface="Times New Roman" panose="02020603050405020304" pitchFamily="18" charset="0"/>
              </a:rPr>
              <a:t>                            register={register("role", {</a:t>
            </a:r>
          </a:p>
          <a:p>
            <a:pPr marL="0" indent="0" algn="just">
              <a:buNone/>
            </a:pPr>
            <a:r>
              <a:rPr lang="en-US" dirty="0">
                <a:latin typeface="Times New Roman" panose="02020603050405020304" pitchFamily="18" charset="0"/>
                <a:cs typeface="Times New Roman" panose="02020603050405020304" pitchFamily="18" charset="0"/>
              </a:rPr>
              <a:t>                                required: "User role is required!",</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error={</a:t>
            </a:r>
            <a:r>
              <a:rPr lang="en-US" dirty="0" err="1">
                <a:latin typeface="Times New Roman" panose="02020603050405020304" pitchFamily="18" charset="0"/>
                <a:cs typeface="Times New Roman" panose="02020603050405020304" pitchFamily="18" charset="0"/>
              </a:rPr>
              <a:t>errors.role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errors.role.message</a:t>
            </a:r>
            <a:r>
              <a:rPr lang="en-US" dirty="0">
                <a:latin typeface="Times New Roman" panose="02020603050405020304" pitchFamily="18" charset="0"/>
                <a:cs typeface="Times New Roman" panose="02020603050405020304" pitchFamily="18" charset="0"/>
              </a:rPr>
              <a:t> : ""}</a:t>
            </a:r>
          </a:p>
          <a:p>
            <a:pPr marL="0" indent="0" algn="just">
              <a:buNone/>
            </a:pPr>
            <a:r>
              <a:rPr lang="en-US" dirty="0">
                <a:latin typeface="Times New Roman" panose="02020603050405020304" pitchFamily="18" charset="0"/>
                <a:cs typeface="Times New Roman" panose="02020603050405020304" pitchFamily="18" charset="0"/>
              </a:rPr>
              <a:t>                        /&gt;</a:t>
            </a:r>
          </a:p>
          <a:p>
            <a:pPr marL="0" indent="0" algn="just">
              <a:buNone/>
            </a:pPr>
            <a:r>
              <a:rPr lang="en-US" dirty="0">
                <a:latin typeface="Times New Roman" panose="02020603050405020304" pitchFamily="18" charset="0"/>
                <a:cs typeface="Times New Roman" panose="02020603050405020304" pitchFamily="18" charset="0"/>
              </a:rPr>
              <a:t>                    &lt;/div&gt;</a:t>
            </a:r>
          </a:p>
        </p:txBody>
      </p:sp>
      <p:sp>
        <p:nvSpPr>
          <p:cNvPr id="7" name="Title 1">
            <a:extLst>
              <a:ext uri="{FF2B5EF4-FFF2-40B4-BE49-F238E27FC236}">
                <a16:creationId xmlns:a16="http://schemas.microsoft.com/office/drawing/2014/main" id="{9DD76EC8-735D-CE8F-8379-269E2555E90C}"/>
              </a:ext>
            </a:extLst>
          </p:cNvPr>
          <p:cNvSpPr>
            <a:spLocks noGrp="1"/>
          </p:cNvSpPr>
          <p:nvPr>
            <p:ph type="title"/>
          </p:nvPr>
        </p:nvSpPr>
        <p:spPr>
          <a:xfrm>
            <a:off x="838200" y="365125"/>
            <a:ext cx="10515600" cy="1325563"/>
          </a:xfrm>
        </p:spPr>
        <p:txBody>
          <a:bodyPr/>
          <a:lstStyle/>
          <a:p>
            <a:r>
              <a:rPr lang="en-US" dirty="0"/>
              <a:t>                   </a:t>
            </a:r>
            <a:r>
              <a:rPr lang="en-US" b="1" dirty="0">
                <a:latin typeface="Times New Roman" panose="02020603050405020304" pitchFamily="18" charset="0"/>
                <a:cs typeface="Times New Roman" panose="02020603050405020304" pitchFamily="18" charset="0"/>
              </a:rPr>
              <a:t>SOURCE CODE(80%)</a:t>
            </a:r>
          </a:p>
        </p:txBody>
      </p:sp>
    </p:spTree>
    <p:extLst>
      <p:ext uri="{BB962C8B-B14F-4D97-AF65-F5344CB8AC3E}">
        <p14:creationId xmlns:p14="http://schemas.microsoft.com/office/powerpoint/2010/main" val="2727031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REFERENCES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203649"/>
            <a:ext cx="12191999" cy="4973314"/>
          </a:xfrm>
        </p:spPr>
        <p:txBody>
          <a:bodyPr>
            <a:normAutofit lnSpcReduction="10000"/>
          </a:bodyPr>
          <a:lstStyle/>
          <a:p>
            <a:pPr marL="0" lvl="0" indent="0" algn="just">
              <a:buNone/>
            </a:pPr>
            <a:r>
              <a:rPr lang="en-US" dirty="0">
                <a:latin typeface="Times New Roman" pitchFamily="18" charset="0"/>
                <a:cs typeface="Times New Roman" pitchFamily="18" charset="0"/>
              </a:rPr>
              <a:t>[1]. Pinto, J. K., Project Management: Achieving Competitive Advantage, 2018 (Defines Project Governance frameworks and strategic alignment).</a:t>
            </a:r>
          </a:p>
          <a:p>
            <a:pPr marL="0" lvl="0" indent="0" algn="just">
              <a:buNone/>
            </a:pPr>
            <a:r>
              <a:rPr lang="en-US" dirty="0">
                <a:latin typeface="Times New Roman" pitchFamily="18" charset="0"/>
                <a:cs typeface="Times New Roman" pitchFamily="18" charset="0"/>
              </a:rPr>
              <a:t>[2].Kerzner, H., Project Management: A Systems Approach to Planning, Scheduling, and Controlling, 2017 (Standard source for Critical Path Method (CPM) and scheduling).</a:t>
            </a:r>
          </a:p>
          <a:p>
            <a:pPr marL="0" lvl="0" indent="0" algn="just">
              <a:buNone/>
            </a:pPr>
            <a:r>
              <a:rPr lang="en-US" dirty="0">
                <a:latin typeface="Times New Roman" pitchFamily="18" charset="0"/>
                <a:cs typeface="Times New Roman" pitchFamily="18" charset="0"/>
              </a:rPr>
              <a:t>[3].T. Williams, Modelling project risk under conditions of uncertainty, 2004 (Key methods for quantifying schedule and cost risks in projects).</a:t>
            </a:r>
          </a:p>
          <a:p>
            <a:pPr marL="0" lvl="0" indent="0" algn="just">
              <a:buNone/>
            </a:pPr>
            <a:r>
              <a:rPr lang="en-US" dirty="0">
                <a:latin typeface="Times New Roman" pitchFamily="18" charset="0"/>
                <a:cs typeface="Times New Roman" pitchFamily="18" charset="0"/>
              </a:rPr>
              <a:t>[4].Nonaka, I. &amp; Takeuchi, H., The Knowledge-Creating Company, 1995 (Foundation for organizational knowledge creation and transfer).</a:t>
            </a:r>
          </a:p>
          <a:p>
            <a:pPr marL="0" lvl="0" indent="0" algn="just">
              <a:buNone/>
            </a:pPr>
            <a:r>
              <a:rPr lang="en-US" dirty="0">
                <a:latin typeface="Times New Roman" pitchFamily="18" charset="0"/>
                <a:cs typeface="Times New Roman" pitchFamily="18" charset="0"/>
              </a:rPr>
              <a:t>[5].T. H. Davenport &amp; L. Prusak, Working Knowledge: How Organizations Manage What They Know, 19198 (Principles of knowledge management systems and knowledge flow).</a:t>
            </a:r>
            <a:endParaRPr lang="en-IN" dirty="0">
              <a:latin typeface="Times New Roman" pitchFamily="18" charset="0"/>
              <a:cs typeface="Times New Roman" pitchFamily="18" charset="0"/>
            </a:endParaRPr>
          </a:p>
          <a:p>
            <a:endParaRPr lang="en-IN" dirty="0"/>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r>
              <a:rPr lang="en-IN" dirty="0"/>
              <a:t>12-12-2025</a:t>
            </a:r>
          </a:p>
          <a:p>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22</a:t>
            </a:fld>
            <a:endParaRPr lang="en-IN"/>
          </a:p>
        </p:txBody>
      </p:sp>
    </p:spTree>
    <p:extLst>
      <p:ext uri="{BB962C8B-B14F-4D97-AF65-F5344CB8AC3E}">
        <p14:creationId xmlns:p14="http://schemas.microsoft.com/office/powerpoint/2010/main" val="2374401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REFERENCES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203649"/>
            <a:ext cx="12191999" cy="4973314"/>
          </a:xfrm>
        </p:spPr>
        <p:txBody>
          <a:bodyPr>
            <a:normAutofit lnSpcReduction="10000"/>
          </a:bodyPr>
          <a:lstStyle/>
          <a:p>
            <a:pPr marL="0" lvl="0" indent="0" algn="just">
              <a:buNone/>
            </a:pPr>
            <a:r>
              <a:rPr lang="en-US" dirty="0">
                <a:latin typeface="Times New Roman" pitchFamily="18" charset="0"/>
                <a:cs typeface="Times New Roman" pitchFamily="18" charset="0"/>
              </a:rPr>
              <a:t>[6]. D. Allemang &amp; J. Hendler, Semantic Web for the Working </a:t>
            </a:r>
            <a:r>
              <a:rPr lang="en-US" dirty="0" err="1">
                <a:latin typeface="Times New Roman" pitchFamily="18" charset="0"/>
                <a:cs typeface="Times New Roman" pitchFamily="18" charset="0"/>
              </a:rPr>
              <a:t>Ontologist</a:t>
            </a:r>
            <a:r>
              <a:rPr lang="en-US" dirty="0">
                <a:latin typeface="Times New Roman" pitchFamily="18" charset="0"/>
                <a:cs typeface="Times New Roman" pitchFamily="18" charset="0"/>
              </a:rPr>
              <a:t>, 2011 (Theoretical basis for using Graph Databases for knowledge linking).</a:t>
            </a:r>
          </a:p>
          <a:p>
            <a:pPr marL="0" lvl="0" indent="0" algn="just">
              <a:buNone/>
            </a:pPr>
            <a:r>
              <a:rPr lang="en-US" dirty="0">
                <a:latin typeface="Times New Roman" pitchFamily="18" charset="0"/>
                <a:cs typeface="Times New Roman" pitchFamily="18" charset="0"/>
              </a:rPr>
              <a:t>[7].Baker, I. D. &amp; McCallum A. K., Distributional clustering of words for text classification, 2019 (Supports NLP techniques for knowledge extraction and organization).</a:t>
            </a:r>
          </a:p>
          <a:p>
            <a:pPr marL="0" lvl="0" indent="0" algn="just">
              <a:buNone/>
            </a:pPr>
            <a:r>
              <a:rPr lang="en-US" dirty="0">
                <a:latin typeface="Times New Roman" pitchFamily="18" charset="0"/>
                <a:cs typeface="Times New Roman" pitchFamily="18" charset="0"/>
              </a:rPr>
              <a:t>[8].Z. Yang, A Document Clustering Algorithm for Web Search Engine Retrieval System, 2020 (Supports document organization and linking for "Why" Tracing).</a:t>
            </a:r>
          </a:p>
          <a:p>
            <a:pPr marL="0" lvl="0" indent="0" algn="just">
              <a:buNone/>
            </a:pPr>
            <a:r>
              <a:rPr lang="en-US" dirty="0">
                <a:latin typeface="Times New Roman" pitchFamily="18" charset="0"/>
                <a:cs typeface="Times New Roman" pitchFamily="18" charset="0"/>
              </a:rPr>
              <a:t>[9].R. B. S. Turban, Information Technology for Management, 2020 (General context on using IT for strategic management and governance).</a:t>
            </a:r>
          </a:p>
          <a:p>
            <a:pPr marL="0" lvl="0" indent="0" algn="just">
              <a:buNone/>
            </a:pPr>
            <a:r>
              <a:rPr lang="en-US" dirty="0">
                <a:latin typeface="Times New Roman" pitchFamily="18" charset="0"/>
                <a:cs typeface="Times New Roman" pitchFamily="18" charset="0"/>
              </a:rPr>
              <a:t>[10].V. H. Smith, Measuring the value of effective stakeholder management in projects, 2015 (Supports the governance aspect of managing communication and impact).</a:t>
            </a:r>
          </a:p>
          <a:p>
            <a:pPr marL="0" lvl="0" indent="0" algn="just">
              <a:buNone/>
            </a:pPr>
            <a:endParaRPr lang="en-IN" dirty="0"/>
          </a:p>
          <a:p>
            <a:endParaRPr lang="en-IN" dirty="0"/>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r>
              <a:rPr lang="en-IN" dirty="0"/>
              <a:t>12-12-2025</a:t>
            </a:r>
          </a:p>
          <a:p>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23</a:t>
            </a:fld>
            <a:endParaRPr lang="en-IN"/>
          </a:p>
        </p:txBody>
      </p:sp>
    </p:spTree>
    <p:extLst>
      <p:ext uri="{BB962C8B-B14F-4D97-AF65-F5344CB8AC3E}">
        <p14:creationId xmlns:p14="http://schemas.microsoft.com/office/powerpoint/2010/main" val="21827340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7811D-6981-F941-5E32-88518FF46661}"/>
              </a:ext>
            </a:extLst>
          </p:cNvPr>
          <p:cNvSpPr>
            <a:spLocks noGrp="1"/>
          </p:cNvSpPr>
          <p:nvPr>
            <p:ph type="title"/>
          </p:nvPr>
        </p:nvSpPr>
        <p:spPr>
          <a:xfrm>
            <a:off x="838200" y="-132180"/>
            <a:ext cx="10515600" cy="1325563"/>
          </a:xfrm>
        </p:spPr>
        <p:txBody>
          <a:bodyPr/>
          <a:lstStyle/>
          <a:p>
            <a:r>
              <a:rPr kumimoji="0" lang="en-IN" sz="36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REFERENCES</a:t>
            </a:r>
            <a:endParaRPr lang="en-US" dirty="0"/>
          </a:p>
        </p:txBody>
      </p:sp>
      <p:sp>
        <p:nvSpPr>
          <p:cNvPr id="3" name="Content Placeholder 2">
            <a:extLst>
              <a:ext uri="{FF2B5EF4-FFF2-40B4-BE49-F238E27FC236}">
                <a16:creationId xmlns:a16="http://schemas.microsoft.com/office/drawing/2014/main" id="{3C5912FD-2E87-0263-F491-1A2E8BD79DFF}"/>
              </a:ext>
            </a:extLst>
          </p:cNvPr>
          <p:cNvSpPr>
            <a:spLocks noGrp="1"/>
          </p:cNvSpPr>
          <p:nvPr>
            <p:ph idx="1"/>
          </p:nvPr>
        </p:nvSpPr>
        <p:spPr>
          <a:xfrm>
            <a:off x="0" y="1253330"/>
            <a:ext cx="12192000" cy="5103019"/>
          </a:xfrm>
        </p:spPr>
        <p:txBody>
          <a:bodyPr/>
          <a:lstStyle/>
          <a:p>
            <a:pPr marL="0" indent="0">
              <a:buNone/>
            </a:pPr>
            <a:r>
              <a:rPr lang="en-US" dirty="0">
                <a:latin typeface="Times New Roman" panose="02020603050405020304" pitchFamily="18" charset="0"/>
                <a:cs typeface="Times New Roman" panose="02020603050405020304" pitchFamily="18" charset="0"/>
              </a:rPr>
              <a:t>[11]. R. S. Pressman, Software Engineering: A Practitioner's Approach, 2020 (General software engineering and system architecture principles).</a:t>
            </a:r>
          </a:p>
          <a:p>
            <a:pPr marL="0" indent="0">
              <a:buNone/>
            </a:pPr>
            <a:r>
              <a:rPr lang="en-US" dirty="0">
                <a:latin typeface="Times New Roman" panose="02020603050405020304" pitchFamily="18" charset="0"/>
                <a:cs typeface="Times New Roman" panose="02020603050405020304" pitchFamily="18" charset="0"/>
              </a:rPr>
              <a:t>[12]. M. S. Wibowo, A Survey of NoSQL Database in Cloud Computing, 2018 (Discusses MongoDB's role, performance, and scalability).</a:t>
            </a:r>
          </a:p>
          <a:p>
            <a:pPr marL="0" indent="0">
              <a:buNone/>
            </a:pPr>
            <a:r>
              <a:rPr lang="en-US" dirty="0">
                <a:latin typeface="Times New Roman" panose="02020603050405020304" pitchFamily="18" charset="0"/>
                <a:cs typeface="Times New Roman" panose="02020603050405020304" pitchFamily="18" charset="0"/>
              </a:rPr>
              <a:t>[13]. J. R. Cheng, D. V. Kalashnikov, Evaluating Probabilistic Queries over Imprecise Data, 2021 (Supports data uncertainty modeling crucial for risk scoring).</a:t>
            </a:r>
          </a:p>
          <a:p>
            <a:pPr marL="0" indent="0">
              <a:buNone/>
            </a:pPr>
            <a:r>
              <a:rPr lang="en-US" dirty="0">
                <a:latin typeface="Times New Roman" panose="02020603050405020304" pitchFamily="18" charset="0"/>
                <a:cs typeface="Times New Roman" panose="02020603050405020304" pitchFamily="18" charset="0"/>
              </a:rPr>
              <a:t>[14]. R. Robinson, J. Webber, &amp; I. </a:t>
            </a:r>
            <a:r>
              <a:rPr lang="en-US" dirty="0" err="1">
                <a:latin typeface="Times New Roman" panose="02020603050405020304" pitchFamily="18" charset="0"/>
                <a:cs typeface="Times New Roman" panose="02020603050405020304" pitchFamily="18" charset="0"/>
              </a:rPr>
              <a:t>Eifrem</a:t>
            </a:r>
            <a:r>
              <a:rPr lang="en-US" dirty="0">
                <a:latin typeface="Times New Roman" panose="02020603050405020304" pitchFamily="18" charset="0"/>
                <a:cs typeface="Times New Roman" panose="02020603050405020304" pitchFamily="18" charset="0"/>
              </a:rPr>
              <a:t>, Graph Databases, 2015 (Practical guide on implementing and querying graph databases like Neo4j).</a:t>
            </a:r>
          </a:p>
          <a:p>
            <a:pPr marL="0" indent="0">
              <a:buNone/>
            </a:pPr>
            <a:r>
              <a:rPr lang="en-US" dirty="0">
                <a:latin typeface="Times New Roman" panose="02020603050405020304" pitchFamily="18" charset="0"/>
                <a:cs typeface="Times New Roman" panose="02020603050405020304" pitchFamily="18" charset="0"/>
              </a:rPr>
              <a:t>[15]. A. Shrivastava, M. Sahu, &amp; S. K. Dwivedi, A Survey of Graph-based Approaches for Knowledge Discovery, 2021 (Review of techniques using graphs for knowledge discovery, directly supporting Dynamic Tracing).</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F705079-1C6F-0F51-23E3-065CBC233BCE}"/>
              </a:ext>
            </a:extLst>
          </p:cNvPr>
          <p:cNvSpPr>
            <a:spLocks noGrp="1"/>
          </p:cNvSpPr>
          <p:nvPr>
            <p:ph type="dt" sz="half" idx="10"/>
          </p:nvPr>
        </p:nvSpPr>
        <p:spPr/>
        <p:txBody>
          <a:bodyPr/>
          <a:lstStyle/>
          <a:p>
            <a:r>
              <a:rPr lang="en-IN" dirty="0"/>
              <a:t>12-12-2025</a:t>
            </a:r>
          </a:p>
        </p:txBody>
      </p:sp>
      <p:sp>
        <p:nvSpPr>
          <p:cNvPr id="5" name="Slide Number Placeholder 4">
            <a:extLst>
              <a:ext uri="{FF2B5EF4-FFF2-40B4-BE49-F238E27FC236}">
                <a16:creationId xmlns:a16="http://schemas.microsoft.com/office/drawing/2014/main" id="{7AA868AA-7172-27DD-F5FF-F01836EFC2C1}"/>
              </a:ext>
            </a:extLst>
          </p:cNvPr>
          <p:cNvSpPr>
            <a:spLocks noGrp="1"/>
          </p:cNvSpPr>
          <p:nvPr>
            <p:ph type="sldNum" sz="quarter" idx="12"/>
          </p:nvPr>
        </p:nvSpPr>
        <p:spPr/>
        <p:txBody>
          <a:bodyPr/>
          <a:lstStyle/>
          <a:p>
            <a:fld id="{A0183BA4-7B10-4BE3-A0B2-A48721054ED6}" type="slidenum">
              <a:rPr lang="en-IN" smtClean="0"/>
              <a:pPr/>
              <a:t>24</a:t>
            </a:fld>
            <a:endParaRPr lang="en-IN"/>
          </a:p>
        </p:txBody>
      </p:sp>
    </p:spTree>
    <p:extLst>
      <p:ext uri="{BB962C8B-B14F-4D97-AF65-F5344CB8AC3E}">
        <p14:creationId xmlns:p14="http://schemas.microsoft.com/office/powerpoint/2010/main" val="13454589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2827175"/>
            <a:ext cx="12192000" cy="1203649"/>
          </a:xfrm>
        </p:spPr>
        <p:txBody>
          <a:bodyPr>
            <a:normAutofit/>
          </a:bodyPr>
          <a:lstStyle/>
          <a:p>
            <a:pPr algn="ctr"/>
            <a:r>
              <a:rPr lang="en-IN" sz="3600" b="1" dirty="0">
                <a:latin typeface="Times New Roman" panose="02020603050405020304" pitchFamily="18" charset="0"/>
                <a:cs typeface="Times New Roman" panose="02020603050405020304" pitchFamily="18" charset="0"/>
              </a:rPr>
              <a:t>QUERIES ??</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r>
              <a:rPr lang="en-IN" dirty="0"/>
              <a:t>12-12-2025</a:t>
            </a:r>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25</a:t>
            </a:fld>
            <a:endParaRPr lang="en-IN"/>
          </a:p>
        </p:txBody>
      </p:sp>
    </p:spTree>
    <p:extLst>
      <p:ext uri="{BB962C8B-B14F-4D97-AF65-F5344CB8AC3E}">
        <p14:creationId xmlns:p14="http://schemas.microsoft.com/office/powerpoint/2010/main" val="1163273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2827175"/>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r>
              <a:rPr lang="en-IN" dirty="0"/>
              <a:t>12-12-2025</a:t>
            </a:r>
          </a:p>
          <a:p>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26</a:t>
            </a:fld>
            <a:endParaRPr lang="en-IN"/>
          </a:p>
        </p:txBody>
      </p:sp>
    </p:spTree>
    <p:extLst>
      <p:ext uri="{BB962C8B-B14F-4D97-AF65-F5344CB8AC3E}">
        <p14:creationId xmlns:p14="http://schemas.microsoft.com/office/powerpoint/2010/main" val="1134411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1319</TotalTime>
  <Words>1427</Words>
  <Application>Microsoft Office PowerPoint</Application>
  <PresentationFormat>Widescreen</PresentationFormat>
  <Paragraphs>209</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Office Theme</vt:lpstr>
      <vt:lpstr>PowerPoint Presentation</vt:lpstr>
      <vt:lpstr>OUTLINE </vt:lpstr>
      <vt:lpstr>ABSTRACT</vt:lpstr>
      <vt:lpstr> 2. DETAILED DESIGN</vt:lpstr>
      <vt:lpstr>         2.1 SYSTEM ARCHITECTURE DESIGN</vt:lpstr>
      <vt:lpstr>       2.2 IMPACT SCORE ALGORITHM DESIGN</vt:lpstr>
      <vt:lpstr>2.3 Knowledge Synthesis &amp; Dynamic “Why” Tracing Design</vt:lpstr>
      <vt:lpstr>3. Contribution of Candidate and Result Obtained </vt:lpstr>
      <vt:lpstr>                        4. RESULTS OBTAINED</vt:lpstr>
      <vt:lpstr>                  RESULTS OBTAINED</vt:lpstr>
      <vt:lpstr>                     RESULTS OBTAINED</vt:lpstr>
      <vt:lpstr>                  RESULTS OBTAINED</vt:lpstr>
      <vt:lpstr>          6. 80% CODE IMPLEMENTATION</vt:lpstr>
      <vt:lpstr>                   SOURCE CODE(80%)</vt:lpstr>
      <vt:lpstr>                   SOURCE CODE(80%)</vt:lpstr>
      <vt:lpstr>                   SOURCE CODE(80%)</vt:lpstr>
      <vt:lpstr>                   SOURCE CODE(80%)</vt:lpstr>
      <vt:lpstr>                   SOURCE CODE(80%)</vt:lpstr>
      <vt:lpstr>                   SOURCE CODE(80%)</vt:lpstr>
      <vt:lpstr>                   SOURCE CODE(80%)</vt:lpstr>
      <vt:lpstr>                   SOURCE CODE(80%)</vt:lpstr>
      <vt:lpstr>REFERENCES </vt:lpstr>
      <vt:lpstr>REFERENCES </vt:lpstr>
      <vt:lpstr>                                  REFERENCES</vt:lpstr>
      <vt:lpstr>QUERIES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Pravallika Reddy</dc:creator>
  <cp:lastModifiedBy>Sainath reddy @9848.onmicrosoft.com</cp:lastModifiedBy>
  <cp:revision>101</cp:revision>
  <dcterms:created xsi:type="dcterms:W3CDTF">2021-05-18T14:01:25Z</dcterms:created>
  <dcterms:modified xsi:type="dcterms:W3CDTF">2026-02-20T14:33:24Z</dcterms:modified>
</cp:coreProperties>
</file>